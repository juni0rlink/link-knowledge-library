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76" r:id="rId9"/>
    <p:sldId id="278" r:id="rId10"/>
    <p:sldId id="279" r:id="rId11"/>
    <p:sldId id="280" r:id="rId12"/>
    <p:sldId id="281" r:id="rId13"/>
    <p:sldId id="282" r:id="rId14"/>
    <p:sldId id="285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6768" autoAdjust="0"/>
  </p:normalViewPr>
  <p:slideViewPr>
    <p:cSldViewPr snapToGrid="0">
      <p:cViewPr varScale="1">
        <p:scale>
          <a:sx n="100" d="100"/>
          <a:sy n="100" d="100"/>
        </p:scale>
        <p:origin x="7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6">
            <a:extLst>
              <a:ext uri="{FF2B5EF4-FFF2-40B4-BE49-F238E27FC236}">
                <a16:creationId xmlns:a16="http://schemas.microsoft.com/office/drawing/2014/main" id="{2AD7A79E-3956-2609-3AA6-7B94082105B5}"/>
              </a:ext>
            </a:extLst>
          </p:cNvPr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9" name="文本框 7">
              <a:extLst>
                <a:ext uri="{FF2B5EF4-FFF2-40B4-BE49-F238E27FC236}">
                  <a16:creationId xmlns:a16="http://schemas.microsoft.com/office/drawing/2014/main" id="{72915727-257D-BCD0-3342-8C116E778522}"/>
                </a:ext>
              </a:extLst>
            </p:cNvPr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964CF148-E6C0-5CA8-B3BE-51F6A57827AE}"/>
                </a:ext>
              </a:extLst>
            </p:cNvPr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grpSp>
        <p:nvGrpSpPr>
          <p:cNvPr id="27" name="组合 31">
            <a:extLst>
              <a:ext uri="{FF2B5EF4-FFF2-40B4-BE49-F238E27FC236}">
                <a16:creationId xmlns:a16="http://schemas.microsoft.com/office/drawing/2014/main" id="{2190E015-DB5E-AE8E-FE33-E246ECEE0E1A}"/>
              </a:ext>
            </a:extLst>
          </p:cNvPr>
          <p:cNvGrpSpPr/>
          <p:nvPr/>
        </p:nvGrpSpPr>
        <p:grpSpPr>
          <a:xfrm>
            <a:off x="1596157" y="1419249"/>
            <a:ext cx="1927860" cy="902970"/>
            <a:chOff x="13535" y="1423"/>
            <a:chExt cx="3036" cy="1422"/>
          </a:xfrm>
        </p:grpSpPr>
        <p:sp>
          <p:nvSpPr>
            <p:cNvPr id="28" name="文本框 32">
              <a:extLst>
                <a:ext uri="{FF2B5EF4-FFF2-40B4-BE49-F238E27FC236}">
                  <a16:creationId xmlns:a16="http://schemas.microsoft.com/office/drawing/2014/main" id="{85F00CBA-A2CF-1541-9C7D-40CE764CA600}"/>
                </a:ext>
              </a:extLst>
            </p:cNvPr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29" name="文本框 33">
              <a:extLst>
                <a:ext uri="{FF2B5EF4-FFF2-40B4-BE49-F238E27FC236}">
                  <a16:creationId xmlns:a16="http://schemas.microsoft.com/office/drawing/2014/main" id="{0E06C5C1-C151-3C3E-AFC5-8D21E3C3F4A8}"/>
                </a:ext>
              </a:extLst>
            </p:cNvPr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0" name="文本框 36">
            <a:extLst>
              <a:ext uri="{FF2B5EF4-FFF2-40B4-BE49-F238E27FC236}">
                <a16:creationId xmlns:a16="http://schemas.microsoft.com/office/drawing/2014/main" id="{00ED4894-E9E2-5E0D-1B93-C5AD5A69823E}"/>
              </a:ext>
            </a:extLst>
          </p:cNvPr>
          <p:cNvSpPr txBox="1"/>
          <p:nvPr/>
        </p:nvSpPr>
        <p:spPr>
          <a:xfrm>
            <a:off x="3371617" y="1522000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(Shanghai) Co.,Ltd.</a:t>
            </a:r>
            <a:endParaRPr lang="en-US" altLang="zh-CN" sz="2400" b="1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338B2-489E-06D0-1CF6-7F252DF35561}"/>
              </a:ext>
            </a:extLst>
          </p:cNvPr>
          <p:cNvSpPr txBox="1"/>
          <p:nvPr/>
        </p:nvSpPr>
        <p:spPr>
          <a:xfrm>
            <a:off x="3855563" y="2598003"/>
            <a:ext cx="5279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0B78A-F9D9-CC1E-DF26-4EBEE49CF820}"/>
              </a:ext>
            </a:extLst>
          </p:cNvPr>
          <p:cNvSpPr txBox="1"/>
          <p:nvPr/>
        </p:nvSpPr>
        <p:spPr>
          <a:xfrm>
            <a:off x="961533" y="3997173"/>
            <a:ext cx="7118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Pham Tung Lam : PLC Engineer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5CBD6-A833-235F-EBF8-D11E311EF2FD}"/>
              </a:ext>
            </a:extLst>
          </p:cNvPr>
          <p:cNvSpPr txBox="1"/>
          <p:nvPr/>
        </p:nvSpPr>
        <p:spPr>
          <a:xfrm>
            <a:off x="961533" y="4500168"/>
            <a:ext cx="57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SAS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35">
            <a:extLst>
              <a:ext uri="{FF2B5EF4-FFF2-40B4-BE49-F238E27FC236}">
                <a16:creationId xmlns:a16="http://schemas.microsoft.com/office/drawing/2014/main" id="{6DAD7C5F-860F-3E5D-B8BB-1C252A8FF164}"/>
              </a:ext>
            </a:extLst>
          </p:cNvPr>
          <p:cNvSpPr txBox="1"/>
          <p:nvPr/>
        </p:nvSpPr>
        <p:spPr>
          <a:xfrm>
            <a:off x="7184266" y="1980561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</p:spTree>
    <p:extLst>
      <p:ext uri="{BB962C8B-B14F-4D97-AF65-F5344CB8AC3E}">
        <p14:creationId xmlns:p14="http://schemas.microsoft.com/office/powerpoint/2010/main" val="282246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57051" y="9983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SAS PLUGINS - IP-NET-LIST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57051" y="1321526"/>
            <a:ext cx="89785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IP addresses of the individual modules are set using the IP list plugin.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74" y="1714359"/>
            <a:ext cx="9892937" cy="501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4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95481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SAS PLUGINS— ROBOT PROCESSOR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91885" y="1277983"/>
            <a:ext cx="93181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robot processor plugin is used to document and check the robot programs.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93093"/>
            <a:ext cx="11642566" cy="36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1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22514" y="105061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Collision Protection Area Table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308" y="2573281"/>
            <a:ext cx="8154538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0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1257" y="9983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GETTING STARTED - CREATE NEW SAS FILE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95" y="2292643"/>
            <a:ext cx="3315163" cy="4258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465" y="2292643"/>
            <a:ext cx="4896533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9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30629" y="8500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TIA EXPORT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13509" y="1444173"/>
            <a:ext cx="7741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export to the system project can be carried out with the "Main" function under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the"TIA</a:t>
            </a:r>
            <a:r>
              <a:rPr lang="en-US">
                <a:solidFill>
                  <a:srgbClr val="000000"/>
                </a:solidFill>
                <a:latin typeface="ArialMT"/>
              </a:rPr>
              <a:t>" menu item for a new project to be created.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0" y="2183663"/>
            <a:ext cx="10040751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0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1215600"/>
            <a:ext cx="7277100" cy="53988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08618" y="5785592"/>
            <a:ext cx="28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Configure option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81925" y="4662912"/>
            <a:ext cx="1390650" cy="9927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56" y="1615243"/>
            <a:ext cx="7969704" cy="4816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4171" y="808447"/>
            <a:ext cx="7741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Working with robot in SAS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98868" y="3700417"/>
            <a:ext cx="27040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Configure area and type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51269" y="2577737"/>
            <a:ext cx="3222171" cy="9927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032333"/>
            <a:ext cx="11525250" cy="27879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2992" y="2828521"/>
            <a:ext cx="36355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Configure job and Program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41419" y="1731378"/>
            <a:ext cx="3222171" cy="7212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599" y="3820237"/>
            <a:ext cx="8654231" cy="28288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94859" y="4466568"/>
            <a:ext cx="4308021" cy="8674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7" y="1247031"/>
            <a:ext cx="8304213" cy="55500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2008" y="796521"/>
            <a:ext cx="36355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Working with Fixture in SAS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0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97" y="1980484"/>
            <a:ext cx="10977562" cy="46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9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03" y="1765238"/>
            <a:ext cx="11558950" cy="42581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29072" y="4596361"/>
            <a:ext cx="3635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Configure Sensor type base on application, PP1 PP8, PPHMI ….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1660" y="2752458"/>
            <a:ext cx="746760" cy="56224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572500" y="2467795"/>
            <a:ext cx="3105150" cy="7802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139247" y="4596361"/>
            <a:ext cx="3635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Configure which sensor use for which type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5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08" y="1380573"/>
            <a:ext cx="9184364" cy="48794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24647" y="2805661"/>
            <a:ext cx="3635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Basic Graph and Phases are written here be for export to TIA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73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87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15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90746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6287</TotalTime>
  <Words>264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微软雅黑</vt:lpstr>
      <vt:lpstr>宋体</vt:lpstr>
      <vt:lpstr>Arial</vt:lpstr>
      <vt:lpstr>Arial MT Std</vt:lpstr>
      <vt:lpstr>Arial Unicode MS</vt:lpstr>
      <vt:lpstr>ArialMT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lâm phạm</cp:lastModifiedBy>
  <cp:revision>363</cp:revision>
  <dcterms:created xsi:type="dcterms:W3CDTF">2018-08-09T02:12:30Z</dcterms:created>
  <dcterms:modified xsi:type="dcterms:W3CDTF">2026-04-03T06:34:04Z</dcterms:modified>
</cp:coreProperties>
</file>