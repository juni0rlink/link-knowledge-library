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68" autoAdjust="0"/>
    <p:restoredTop sz="96768" autoAdjust="0"/>
  </p:normalViewPr>
  <p:slideViewPr>
    <p:cSldViewPr snapToGrid="0">
      <p:cViewPr>
        <p:scale>
          <a:sx n="75" d="100"/>
          <a:sy n="75" d="100"/>
        </p:scale>
        <p:origin x="144" y="26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9BC47-F8BA-4390-A7BD-1C273A7606B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30944-E3CD-41B0-963A-3183A7CD1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9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19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31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9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9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89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2156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标题幻灯片">
    <p:bg>
      <p:bgPr>
        <a:blipFill rotWithShape="1">
          <a:blip r:embed="rId2">
            <a:alphaModFix amt="90000"/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4077" y="6431923"/>
            <a:ext cx="1143166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t>5/10/2024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63199" y="6431923"/>
            <a:ext cx="432467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3459" y="6431923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3810" y="-16510"/>
            <a:ext cx="12223682" cy="689991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2000">
                <a:schemeClr val="bg1"/>
              </a:gs>
              <a:gs pos="69000">
                <a:schemeClr val="bg1">
                  <a:lumMod val="95000"/>
                </a:schemeClr>
              </a:gs>
              <a:gs pos="92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LINK  PPT1010-0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810" y="-16510"/>
            <a:ext cx="12224317" cy="7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8550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4B26F-F2E0-4F53-981B-BB84DEAAB2C5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F076A-AA46-46FC-BDC2-1A0B24C6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8" name="文本框 7"/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387570" y="910163"/>
            <a:ext cx="1927860" cy="902970"/>
            <a:chOff x="13535" y="1423"/>
            <a:chExt cx="3036" cy="1422"/>
          </a:xfrm>
        </p:grpSpPr>
        <p:sp>
          <p:nvSpPr>
            <p:cNvPr id="33" name="文本框 32"/>
            <p:cNvSpPr txBox="1"/>
            <p:nvPr/>
          </p:nvSpPr>
          <p:spPr>
            <a:xfrm>
              <a:off x="13535" y="1423"/>
              <a:ext cx="2796" cy="1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5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50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5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5395" y="2459"/>
              <a:ext cx="1176" cy="3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1000" b="1" i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7045219" y="1474579"/>
            <a:ext cx="3243565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霖和自动化工程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</a:t>
            </a:r>
            <a:r>
              <a:rPr lang="en-US" altLang="zh-CN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有限公司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163030" y="1012914"/>
            <a:ext cx="723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Automation Engineering (Shanghai) </a:t>
            </a:r>
            <a:r>
              <a:rPr lang="en-US" altLang="zh-CN" sz="2400" b="1" i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Co.,Ltd</a:t>
            </a:r>
            <a: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43052B-C32A-403D-DBBD-3FA3430547E9}"/>
              </a:ext>
            </a:extLst>
          </p:cNvPr>
          <p:cNvSpPr txBox="1"/>
          <p:nvPr/>
        </p:nvSpPr>
        <p:spPr>
          <a:xfrm>
            <a:off x="194725" y="2390335"/>
            <a:ext cx="624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name: Nguyễn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Tuấn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Phong ( Assistant PLC Engineer)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592BE-D11F-269D-DA15-8977649F0EEF}"/>
              </a:ext>
            </a:extLst>
          </p:cNvPr>
          <p:cNvSpPr txBox="1"/>
          <p:nvPr/>
        </p:nvSpPr>
        <p:spPr>
          <a:xfrm>
            <a:off x="194725" y="2866645"/>
            <a:ext cx="53581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training: SOFTWARE STRUCTURE  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Specification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95C07-1E6B-79C5-02B8-C910C5DCED2B}"/>
              </a:ext>
            </a:extLst>
          </p:cNvPr>
          <p:cNvSpPr txBox="1"/>
          <p:nvPr/>
        </p:nvSpPr>
        <p:spPr>
          <a:xfrm>
            <a:off x="3865782" y="1813133"/>
            <a:ext cx="30131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Record</a:t>
            </a:r>
          </a:p>
        </p:txBody>
      </p:sp>
    </p:spTree>
    <p:extLst>
      <p:ext uri="{BB962C8B-B14F-4D97-AF65-F5344CB8AC3E}">
        <p14:creationId xmlns:p14="http://schemas.microsoft.com/office/powerpoint/2010/main" val="1365511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0205368" y="-55880"/>
            <a:ext cx="1775460" cy="821055"/>
            <a:chOff x="13535" y="1423"/>
            <a:chExt cx="2796" cy="1293"/>
          </a:xfrm>
        </p:grpSpPr>
        <p:sp>
          <p:nvSpPr>
            <p:cNvPr id="8" name="文本框 7"/>
            <p:cNvSpPr txBox="1"/>
            <p:nvPr/>
          </p:nvSpPr>
          <p:spPr>
            <a:xfrm>
              <a:off x="13535" y="1423"/>
              <a:ext cx="2796" cy="1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</a:t>
              </a:r>
              <a:r>
                <a:rPr lang="en-US" altLang="zh-CN" sz="4400" b="1" i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</a:t>
              </a:r>
              <a:r>
                <a:rPr lang="en-US" altLang="zh-CN" sz="4400" b="1" i="1" dirty="0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NK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140" y="2354"/>
              <a:ext cx="1176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en-US" altLang="zh-CN" sz="900" b="1" i="1">
                  <a:solidFill>
                    <a:srgbClr val="016AC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GROUP</a:t>
              </a: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2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C6354-C0CC-2307-1D00-77020B68386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A4046-2F87-47A2-A9F0-4E15F86632DF}"/>
              </a:ext>
            </a:extLst>
          </p:cNvPr>
          <p:cNvSpPr txBox="1"/>
          <p:nvPr/>
        </p:nvSpPr>
        <p:spPr>
          <a:xfrm>
            <a:off x="344978" y="1242582"/>
            <a:ext cx="61098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For support, the GSC standard offers its own help, </a:t>
            </a:r>
          </a:p>
          <a:p>
            <a:r>
              <a:rPr lang="vi-VN" dirty="0"/>
              <a:t>where </a:t>
            </a:r>
            <a:r>
              <a:rPr lang="en-US" dirty="0"/>
              <a:t>we</a:t>
            </a:r>
            <a:r>
              <a:rPr lang="vi-VN" dirty="0"/>
              <a:t> can find information on blocks, the </a:t>
            </a:r>
          </a:p>
          <a:p>
            <a:r>
              <a:rPr lang="vi-VN" dirty="0"/>
              <a:t>software structure and other standard </a:t>
            </a:r>
          </a:p>
          <a:p>
            <a:r>
              <a:rPr lang="vi-VN" dirty="0"/>
              <a:t>specifications.</a:t>
            </a:r>
            <a:endParaRPr lang="en-US" dirty="0"/>
          </a:p>
          <a:p>
            <a:endParaRPr lang="vi-VN" dirty="0"/>
          </a:p>
          <a:p>
            <a:r>
              <a:rPr lang="vi-VN" dirty="0"/>
              <a:t> </a:t>
            </a:r>
            <a:r>
              <a:rPr lang="en-US" dirty="0"/>
              <a:t>We</a:t>
            </a:r>
            <a:r>
              <a:rPr lang="vi-VN" dirty="0"/>
              <a:t> can find the help in the project directory under: </a:t>
            </a:r>
          </a:p>
          <a:p>
            <a:r>
              <a:rPr lang="vi-VN" dirty="0"/>
              <a:t>…\ UserFiles \ UserDocumentation \en-US.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CF3BB8-5E03-4AE9-9151-37FC606F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864" y="1505002"/>
            <a:ext cx="5877158" cy="35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6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DE4C9-A97B-46AF-9D7B-E7054DB2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90AA3-9FD9-435A-A75B-03CBAD340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36" y="2694781"/>
            <a:ext cx="5643953" cy="27958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C8B19-5FB5-41F9-B1DE-84AD2301CDCB}"/>
              </a:ext>
            </a:extLst>
          </p:cNvPr>
          <p:cNvSpPr txBox="1"/>
          <p:nvPr/>
        </p:nvSpPr>
        <p:spPr>
          <a:xfrm>
            <a:off x="363640" y="1367399"/>
            <a:ext cx="6109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 we can go into the program, select a block, press Shift + F1 to find instructions related to that block.</a:t>
            </a:r>
            <a:endParaRPr lang="vi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88490-7577-4C9B-89FC-196C0B0D0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75" y="1504681"/>
            <a:ext cx="4887007" cy="3848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25DAEF-C165-4D41-AB00-A153A12E718E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73104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72B4F-60B3-432D-BD3D-DBFC603A00F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47C5355-5711-4C6F-8C43-385B05CE4B61}"/>
              </a:ext>
            </a:extLst>
          </p:cNvPr>
          <p:cNvGrpSpPr/>
          <p:nvPr/>
        </p:nvGrpSpPr>
        <p:grpSpPr>
          <a:xfrm>
            <a:off x="57294" y="1191077"/>
            <a:ext cx="6290690" cy="5423408"/>
            <a:chOff x="747522" y="993647"/>
            <a:chExt cx="6290690" cy="5423408"/>
          </a:xfrm>
        </p:grpSpPr>
        <p:sp>
          <p:nvSpPr>
            <p:cNvPr id="101" name="object 5">
              <a:extLst>
                <a:ext uri="{FF2B5EF4-FFF2-40B4-BE49-F238E27FC236}">
                  <a16:creationId xmlns:a16="http://schemas.microsoft.com/office/drawing/2014/main" id="{D87A00C9-AE3A-4792-A0FF-ABB6E8CD582D}"/>
                </a:ext>
              </a:extLst>
            </p:cNvPr>
            <p:cNvSpPr/>
            <p:nvPr/>
          </p:nvSpPr>
          <p:spPr>
            <a:xfrm>
              <a:off x="4890515" y="993647"/>
              <a:ext cx="2124710" cy="281940"/>
            </a:xfrm>
            <a:custGeom>
              <a:avLst/>
              <a:gdLst/>
              <a:ahLst/>
              <a:cxnLst/>
              <a:rect l="l" t="t" r="r" b="b"/>
              <a:pathLst>
                <a:path w="2124709" h="281940">
                  <a:moveTo>
                    <a:pt x="2124456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2124456" y="281939"/>
                  </a:lnTo>
                  <a:lnTo>
                    <a:pt x="2124456" y="0"/>
                  </a:lnTo>
                  <a:close/>
                </a:path>
              </a:pathLst>
            </a:custGeom>
            <a:solidFill>
              <a:srgbClr val="E0D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6">
              <a:extLst>
                <a:ext uri="{FF2B5EF4-FFF2-40B4-BE49-F238E27FC236}">
                  <a16:creationId xmlns:a16="http://schemas.microsoft.com/office/drawing/2014/main" id="{6BE816A3-20F7-4A02-A945-5C3FE4B227FA}"/>
                </a:ext>
              </a:extLst>
            </p:cNvPr>
            <p:cNvSpPr txBox="1"/>
            <p:nvPr/>
          </p:nvSpPr>
          <p:spPr>
            <a:xfrm>
              <a:off x="5563361" y="994917"/>
              <a:ext cx="77978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Arial MT"/>
                  <a:cs typeface="Arial MT"/>
                </a:rPr>
                <a:t>program</a:t>
              </a:r>
              <a:endParaRPr sz="1600">
                <a:latin typeface="Arial MT"/>
                <a:cs typeface="Arial MT"/>
              </a:endParaRPr>
            </a:p>
          </p:txBody>
        </p:sp>
        <p:grpSp>
          <p:nvGrpSpPr>
            <p:cNvPr id="103" name="object 7">
              <a:extLst>
                <a:ext uri="{FF2B5EF4-FFF2-40B4-BE49-F238E27FC236}">
                  <a16:creationId xmlns:a16="http://schemas.microsoft.com/office/drawing/2014/main" id="{962EF8C0-7452-4A7B-A88B-D923FC6F5EA9}"/>
                </a:ext>
              </a:extLst>
            </p:cNvPr>
            <p:cNvGrpSpPr/>
            <p:nvPr/>
          </p:nvGrpSpPr>
          <p:grpSpPr>
            <a:xfrm>
              <a:off x="4878260" y="1313624"/>
              <a:ext cx="2150745" cy="368935"/>
              <a:chOff x="4878260" y="1313624"/>
              <a:chExt cx="2150745" cy="368935"/>
            </a:xfrm>
          </p:grpSpPr>
          <p:sp>
            <p:nvSpPr>
              <p:cNvPr id="104" name="object 8">
                <a:extLst>
                  <a:ext uri="{FF2B5EF4-FFF2-40B4-BE49-F238E27FC236}">
                    <a16:creationId xmlns:a16="http://schemas.microsoft.com/office/drawing/2014/main" id="{F7D92E7D-5AE4-4D4D-8241-209D8BDDEECE}"/>
                  </a:ext>
                </a:extLst>
              </p:cNvPr>
              <p:cNvSpPr/>
              <p:nvPr/>
            </p:nvSpPr>
            <p:spPr>
              <a:xfrm>
                <a:off x="4891277" y="1326641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5578A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9">
                <a:extLst>
                  <a:ext uri="{FF2B5EF4-FFF2-40B4-BE49-F238E27FC236}">
                    <a16:creationId xmlns:a16="http://schemas.microsoft.com/office/drawing/2014/main" id="{2C4ABBE2-26E8-41DC-94C4-E241F1A8DDE2}"/>
                  </a:ext>
                </a:extLst>
              </p:cNvPr>
              <p:cNvSpPr/>
              <p:nvPr/>
            </p:nvSpPr>
            <p:spPr>
              <a:xfrm>
                <a:off x="4891277" y="1326641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6" name="object 10">
              <a:extLst>
                <a:ext uri="{FF2B5EF4-FFF2-40B4-BE49-F238E27FC236}">
                  <a16:creationId xmlns:a16="http://schemas.microsoft.com/office/drawing/2014/main" id="{124E13CA-AC1A-44ED-B552-2223E0C9213A}"/>
                </a:ext>
              </a:extLst>
            </p:cNvPr>
            <p:cNvSpPr txBox="1"/>
            <p:nvPr/>
          </p:nvSpPr>
          <p:spPr>
            <a:xfrm>
              <a:off x="5472810" y="1413764"/>
              <a:ext cx="96266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++</a:t>
              </a:r>
              <a:r>
                <a:rPr sz="900" spc="-3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STxx</a:t>
              </a:r>
              <a:r>
                <a:rPr sz="900" spc="2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/</a:t>
              </a:r>
              <a:r>
                <a:rPr sz="900" spc="-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++</a:t>
              </a:r>
              <a:r>
                <a:rPr sz="900" spc="-1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FTxx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07" name="object 11">
              <a:extLst>
                <a:ext uri="{FF2B5EF4-FFF2-40B4-BE49-F238E27FC236}">
                  <a16:creationId xmlns:a16="http://schemas.microsoft.com/office/drawing/2014/main" id="{AF7CBD77-7167-4D68-BE3E-4347BB26CCD8}"/>
                </a:ext>
              </a:extLst>
            </p:cNvPr>
            <p:cNvGrpSpPr/>
            <p:nvPr/>
          </p:nvGrpSpPr>
          <p:grpSpPr>
            <a:xfrm>
              <a:off x="4878323" y="1737360"/>
              <a:ext cx="2150745" cy="368935"/>
              <a:chOff x="4878323" y="1737360"/>
              <a:chExt cx="2150745" cy="368935"/>
            </a:xfrm>
          </p:grpSpPr>
          <p:sp>
            <p:nvSpPr>
              <p:cNvPr id="108" name="object 12">
                <a:extLst>
                  <a:ext uri="{FF2B5EF4-FFF2-40B4-BE49-F238E27FC236}">
                    <a16:creationId xmlns:a16="http://schemas.microsoft.com/office/drawing/2014/main" id="{6ED690D1-B529-495B-9C34-3EC0A55DD4B2}"/>
                  </a:ext>
                </a:extLst>
              </p:cNvPr>
              <p:cNvSpPr/>
              <p:nvPr/>
            </p:nvSpPr>
            <p:spPr>
              <a:xfrm>
                <a:off x="4891277" y="175031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3">
                <a:extLst>
                  <a:ext uri="{FF2B5EF4-FFF2-40B4-BE49-F238E27FC236}">
                    <a16:creationId xmlns:a16="http://schemas.microsoft.com/office/drawing/2014/main" id="{08ECE206-CD3B-4EFA-828A-908A6B05A482}"/>
                  </a:ext>
                </a:extLst>
              </p:cNvPr>
              <p:cNvSpPr/>
              <p:nvPr/>
            </p:nvSpPr>
            <p:spPr>
              <a:xfrm>
                <a:off x="4891277" y="175031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4">
                <a:extLst>
                  <a:ext uri="{FF2B5EF4-FFF2-40B4-BE49-F238E27FC236}">
                    <a16:creationId xmlns:a16="http://schemas.microsoft.com/office/drawing/2014/main" id="{B6FFCBB1-627D-435B-B766-053F0C632DA1}"/>
                  </a:ext>
                </a:extLst>
              </p:cNvPr>
              <p:cNvSpPr/>
              <p:nvPr/>
            </p:nvSpPr>
            <p:spPr>
              <a:xfrm>
                <a:off x="4899659" y="1805940"/>
                <a:ext cx="2106295" cy="230504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230505">
                    <a:moveTo>
                      <a:pt x="2106167" y="0"/>
                    </a:moveTo>
                    <a:lnTo>
                      <a:pt x="0" y="0"/>
                    </a:lnTo>
                    <a:lnTo>
                      <a:pt x="0" y="230124"/>
                    </a:lnTo>
                    <a:lnTo>
                      <a:pt x="2106167" y="230124"/>
                    </a:lnTo>
                    <a:lnTo>
                      <a:pt x="2106167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1" name="object 15">
              <a:extLst>
                <a:ext uri="{FF2B5EF4-FFF2-40B4-BE49-F238E27FC236}">
                  <a16:creationId xmlns:a16="http://schemas.microsoft.com/office/drawing/2014/main" id="{06ED6AAA-B8F3-45CC-BBD7-31FC6AC09F16}"/>
                </a:ext>
              </a:extLst>
            </p:cNvPr>
            <p:cNvSpPr txBox="1"/>
            <p:nvPr/>
          </p:nvSpPr>
          <p:spPr>
            <a:xfrm>
              <a:off x="5719953" y="1837182"/>
              <a:ext cx="46482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20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 users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12" name="object 16">
              <a:extLst>
                <a:ext uri="{FF2B5EF4-FFF2-40B4-BE49-F238E27FC236}">
                  <a16:creationId xmlns:a16="http://schemas.microsoft.com/office/drawing/2014/main" id="{553B3A4E-B155-434E-A319-3CD9E35DE8F0}"/>
                </a:ext>
              </a:extLst>
            </p:cNvPr>
            <p:cNvGrpSpPr/>
            <p:nvPr/>
          </p:nvGrpSpPr>
          <p:grpSpPr>
            <a:xfrm>
              <a:off x="4878323" y="2583179"/>
              <a:ext cx="2150745" cy="368935"/>
              <a:chOff x="4878323" y="2583179"/>
              <a:chExt cx="2150745" cy="368935"/>
            </a:xfrm>
          </p:grpSpPr>
          <p:sp>
            <p:nvSpPr>
              <p:cNvPr id="113" name="object 17">
                <a:extLst>
                  <a:ext uri="{FF2B5EF4-FFF2-40B4-BE49-F238E27FC236}">
                    <a16:creationId xmlns:a16="http://schemas.microsoft.com/office/drawing/2014/main" id="{E103BA24-5EA1-450C-AC89-CBB73B532375}"/>
                  </a:ext>
                </a:extLst>
              </p:cNvPr>
              <p:cNvSpPr/>
              <p:nvPr/>
            </p:nvSpPr>
            <p:spPr>
              <a:xfrm>
                <a:off x="4891277" y="259613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BA78A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4" name="object 18">
                <a:extLst>
                  <a:ext uri="{FF2B5EF4-FFF2-40B4-BE49-F238E27FC236}">
                    <a16:creationId xmlns:a16="http://schemas.microsoft.com/office/drawing/2014/main" id="{9ED671CD-B874-43F9-B066-819D5C87EDD0}"/>
                  </a:ext>
                </a:extLst>
              </p:cNvPr>
              <p:cNvSpPr/>
              <p:nvPr/>
            </p:nvSpPr>
            <p:spPr>
              <a:xfrm>
                <a:off x="4891277" y="259613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5" name="object 19">
                <a:extLst>
                  <a:ext uri="{FF2B5EF4-FFF2-40B4-BE49-F238E27FC236}">
                    <a16:creationId xmlns:a16="http://schemas.microsoft.com/office/drawing/2014/main" id="{1DA5F8FE-83D8-4FAF-AFB0-68F39DECCF23}"/>
                  </a:ext>
                </a:extLst>
              </p:cNvPr>
              <p:cNvSpPr/>
              <p:nvPr/>
            </p:nvSpPr>
            <p:spPr>
              <a:xfrm>
                <a:off x="4899659" y="2651759"/>
                <a:ext cx="210629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231775">
                    <a:moveTo>
                      <a:pt x="2106167" y="0"/>
                    </a:moveTo>
                    <a:lnTo>
                      <a:pt x="0" y="0"/>
                    </a:lnTo>
                    <a:lnTo>
                      <a:pt x="0" y="231648"/>
                    </a:lnTo>
                    <a:lnTo>
                      <a:pt x="2106167" y="231648"/>
                    </a:lnTo>
                    <a:lnTo>
                      <a:pt x="2106167" y="0"/>
                    </a:lnTo>
                    <a:close/>
                  </a:path>
                </a:pathLst>
              </a:custGeom>
              <a:solidFill>
                <a:srgbClr val="BA78A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6" name="object 20">
              <a:extLst>
                <a:ext uri="{FF2B5EF4-FFF2-40B4-BE49-F238E27FC236}">
                  <a16:creationId xmlns:a16="http://schemas.microsoft.com/office/drawing/2014/main" id="{160A7F37-DD32-4AA1-9418-D54BE858732B}"/>
                </a:ext>
              </a:extLst>
            </p:cNvPr>
            <p:cNvSpPr txBox="1"/>
            <p:nvPr/>
          </p:nvSpPr>
          <p:spPr>
            <a:xfrm>
              <a:off x="5582792" y="2683509"/>
              <a:ext cx="74168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40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Obs_MAIN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17" name="object 21">
              <a:extLst>
                <a:ext uri="{FF2B5EF4-FFF2-40B4-BE49-F238E27FC236}">
                  <a16:creationId xmlns:a16="http://schemas.microsoft.com/office/drawing/2014/main" id="{FC7AA483-6BD4-4C84-8D52-DF2709AC6922}"/>
                </a:ext>
              </a:extLst>
            </p:cNvPr>
            <p:cNvGrpSpPr/>
            <p:nvPr/>
          </p:nvGrpSpPr>
          <p:grpSpPr>
            <a:xfrm>
              <a:off x="4878323" y="3006851"/>
              <a:ext cx="2150745" cy="368935"/>
              <a:chOff x="4878323" y="3006851"/>
              <a:chExt cx="2150745" cy="368935"/>
            </a:xfrm>
          </p:grpSpPr>
          <p:sp>
            <p:nvSpPr>
              <p:cNvPr id="118" name="object 22">
                <a:extLst>
                  <a:ext uri="{FF2B5EF4-FFF2-40B4-BE49-F238E27FC236}">
                    <a16:creationId xmlns:a16="http://schemas.microsoft.com/office/drawing/2014/main" id="{A1A194C6-AA90-4F9A-9BFD-39BFCD64E900}"/>
                  </a:ext>
                </a:extLst>
              </p:cNvPr>
              <p:cNvSpPr/>
              <p:nvPr/>
            </p:nvSpPr>
            <p:spPr>
              <a:xfrm>
                <a:off x="4891277" y="3019805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118"/>
                    </a:lnTo>
                    <a:lnTo>
                      <a:pt x="2026" y="327148"/>
                    </a:lnTo>
                    <a:lnTo>
                      <a:pt x="7540" y="335343"/>
                    </a:lnTo>
                    <a:lnTo>
                      <a:pt x="15698" y="340871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1"/>
                    </a:lnTo>
                    <a:lnTo>
                      <a:pt x="2116915" y="335343"/>
                    </a:lnTo>
                    <a:lnTo>
                      <a:pt x="2122429" y="327148"/>
                    </a:lnTo>
                    <a:lnTo>
                      <a:pt x="2124456" y="317118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23">
                <a:extLst>
                  <a:ext uri="{FF2B5EF4-FFF2-40B4-BE49-F238E27FC236}">
                    <a16:creationId xmlns:a16="http://schemas.microsoft.com/office/drawing/2014/main" id="{FD694BE2-D298-44FF-B155-FCFE369D5B75}"/>
                  </a:ext>
                </a:extLst>
              </p:cNvPr>
              <p:cNvSpPr/>
              <p:nvPr/>
            </p:nvSpPr>
            <p:spPr>
              <a:xfrm>
                <a:off x="4891277" y="3019805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118"/>
                    </a:lnTo>
                    <a:lnTo>
                      <a:pt x="2122429" y="327148"/>
                    </a:lnTo>
                    <a:lnTo>
                      <a:pt x="2116915" y="335343"/>
                    </a:lnTo>
                    <a:lnTo>
                      <a:pt x="2108757" y="340871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1"/>
                    </a:lnTo>
                    <a:lnTo>
                      <a:pt x="7540" y="335343"/>
                    </a:lnTo>
                    <a:lnTo>
                      <a:pt x="2026" y="327148"/>
                    </a:lnTo>
                    <a:lnTo>
                      <a:pt x="0" y="317118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24">
                <a:extLst>
                  <a:ext uri="{FF2B5EF4-FFF2-40B4-BE49-F238E27FC236}">
                    <a16:creationId xmlns:a16="http://schemas.microsoft.com/office/drawing/2014/main" id="{33449E2B-278B-45E8-8BB5-65D1A6FF50E3}"/>
                  </a:ext>
                </a:extLst>
              </p:cNvPr>
              <p:cNvSpPr/>
              <p:nvPr/>
            </p:nvSpPr>
            <p:spPr>
              <a:xfrm>
                <a:off x="4952999" y="3075431"/>
                <a:ext cx="2005964" cy="230504"/>
              </a:xfrm>
              <a:custGeom>
                <a:avLst/>
                <a:gdLst/>
                <a:ahLst/>
                <a:cxnLst/>
                <a:rect l="l" t="t" r="r" b="b"/>
                <a:pathLst>
                  <a:path w="2005965" h="230504">
                    <a:moveTo>
                      <a:pt x="2005583" y="0"/>
                    </a:moveTo>
                    <a:lnTo>
                      <a:pt x="0" y="0"/>
                    </a:lnTo>
                    <a:lnTo>
                      <a:pt x="0" y="230124"/>
                    </a:lnTo>
                    <a:lnTo>
                      <a:pt x="2005583" y="230124"/>
                    </a:lnTo>
                    <a:lnTo>
                      <a:pt x="2005583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1" name="object 25">
              <a:extLst>
                <a:ext uri="{FF2B5EF4-FFF2-40B4-BE49-F238E27FC236}">
                  <a16:creationId xmlns:a16="http://schemas.microsoft.com/office/drawing/2014/main" id="{866C90E5-484B-4CCD-804B-DC21E53396DA}"/>
                </a:ext>
              </a:extLst>
            </p:cNvPr>
            <p:cNvSpPr txBox="1"/>
            <p:nvPr/>
          </p:nvSpPr>
          <p:spPr>
            <a:xfrm>
              <a:off x="5491988" y="3106928"/>
              <a:ext cx="928369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99</a:t>
              </a:r>
              <a:r>
                <a:rPr sz="900" spc="-1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GSC 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Common</a:t>
              </a:r>
              <a:endParaRPr sz="900">
                <a:latin typeface="Arial MT"/>
                <a:cs typeface="Arial MT"/>
              </a:endParaRPr>
            </a:p>
          </p:txBody>
        </p:sp>
        <p:sp>
          <p:nvSpPr>
            <p:cNvPr id="122" name="object 26">
              <a:extLst>
                <a:ext uri="{FF2B5EF4-FFF2-40B4-BE49-F238E27FC236}">
                  <a16:creationId xmlns:a16="http://schemas.microsoft.com/office/drawing/2014/main" id="{484BE00C-A6F5-4E3A-8191-D3FE1A8524A9}"/>
                </a:ext>
              </a:extLst>
            </p:cNvPr>
            <p:cNvSpPr/>
            <p:nvPr/>
          </p:nvSpPr>
          <p:spPr>
            <a:xfrm>
              <a:off x="4890515" y="4546091"/>
              <a:ext cx="2124710" cy="262255"/>
            </a:xfrm>
            <a:custGeom>
              <a:avLst/>
              <a:gdLst/>
              <a:ahLst/>
              <a:cxnLst/>
              <a:rect l="l" t="t" r="r" b="b"/>
              <a:pathLst>
                <a:path w="2124709" h="262254">
                  <a:moveTo>
                    <a:pt x="2124456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2124456" y="262128"/>
                  </a:lnTo>
                  <a:lnTo>
                    <a:pt x="2124456" y="0"/>
                  </a:lnTo>
                  <a:close/>
                </a:path>
              </a:pathLst>
            </a:custGeom>
            <a:solidFill>
              <a:srgbClr val="E0D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27">
              <a:extLst>
                <a:ext uri="{FF2B5EF4-FFF2-40B4-BE49-F238E27FC236}">
                  <a16:creationId xmlns:a16="http://schemas.microsoft.com/office/drawing/2014/main" id="{778A108D-0E5C-423A-98EE-7583815FD74D}"/>
                </a:ext>
              </a:extLst>
            </p:cNvPr>
            <p:cNvSpPr txBox="1"/>
            <p:nvPr/>
          </p:nvSpPr>
          <p:spPr>
            <a:xfrm>
              <a:off x="5471921" y="4539234"/>
              <a:ext cx="960119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latin typeface="Arial MT"/>
                  <a:cs typeface="Arial MT"/>
                </a:rPr>
                <a:t>data</a:t>
              </a:r>
              <a:r>
                <a:rPr sz="1600" spc="-40" dirty="0">
                  <a:latin typeface="Arial MT"/>
                  <a:cs typeface="Arial MT"/>
                </a:rPr>
                <a:t> </a:t>
              </a:r>
              <a:r>
                <a:rPr sz="1600" spc="-10" dirty="0">
                  <a:latin typeface="Arial MT"/>
                  <a:cs typeface="Arial MT"/>
                </a:rPr>
                <a:t>types</a:t>
              </a:r>
              <a:endParaRPr sz="1600">
                <a:latin typeface="Arial MT"/>
                <a:cs typeface="Arial MT"/>
              </a:endParaRPr>
            </a:p>
          </p:txBody>
        </p:sp>
        <p:grpSp>
          <p:nvGrpSpPr>
            <p:cNvPr id="124" name="object 28">
              <a:extLst>
                <a:ext uri="{FF2B5EF4-FFF2-40B4-BE49-F238E27FC236}">
                  <a16:creationId xmlns:a16="http://schemas.microsoft.com/office/drawing/2014/main" id="{6FC6CD6B-8279-4C82-99BE-E00AFAAA7AF0}"/>
                </a:ext>
              </a:extLst>
            </p:cNvPr>
            <p:cNvGrpSpPr/>
            <p:nvPr/>
          </p:nvGrpSpPr>
          <p:grpSpPr>
            <a:xfrm>
              <a:off x="4878323" y="4930140"/>
              <a:ext cx="2150745" cy="368935"/>
              <a:chOff x="4878323" y="4930140"/>
              <a:chExt cx="2150745" cy="368935"/>
            </a:xfrm>
          </p:grpSpPr>
          <p:sp>
            <p:nvSpPr>
              <p:cNvPr id="125" name="object 29">
                <a:extLst>
                  <a:ext uri="{FF2B5EF4-FFF2-40B4-BE49-F238E27FC236}">
                    <a16:creationId xmlns:a16="http://schemas.microsoft.com/office/drawing/2014/main" id="{F1F942A4-D270-4D6E-AD4D-1E33282D762E}"/>
                  </a:ext>
                </a:extLst>
              </p:cNvPr>
              <p:cNvSpPr/>
              <p:nvPr/>
            </p:nvSpPr>
            <p:spPr>
              <a:xfrm>
                <a:off x="4891277" y="494309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30">
                <a:extLst>
                  <a:ext uri="{FF2B5EF4-FFF2-40B4-BE49-F238E27FC236}">
                    <a16:creationId xmlns:a16="http://schemas.microsoft.com/office/drawing/2014/main" id="{B011B76B-F668-41A2-B617-888D2EE4C4CD}"/>
                  </a:ext>
                </a:extLst>
              </p:cNvPr>
              <p:cNvSpPr/>
              <p:nvPr/>
            </p:nvSpPr>
            <p:spPr>
              <a:xfrm>
                <a:off x="4891277" y="494309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31">
                <a:extLst>
                  <a:ext uri="{FF2B5EF4-FFF2-40B4-BE49-F238E27FC236}">
                    <a16:creationId xmlns:a16="http://schemas.microsoft.com/office/drawing/2014/main" id="{27FAA475-3ED3-4EBD-82F0-19399A07D888}"/>
                  </a:ext>
                </a:extLst>
              </p:cNvPr>
              <p:cNvSpPr/>
              <p:nvPr/>
            </p:nvSpPr>
            <p:spPr>
              <a:xfrm>
                <a:off x="5050535" y="4998720"/>
                <a:ext cx="1849120" cy="230504"/>
              </a:xfrm>
              <a:custGeom>
                <a:avLst/>
                <a:gdLst/>
                <a:ahLst/>
                <a:cxnLst/>
                <a:rect l="l" t="t" r="r" b="b"/>
                <a:pathLst>
                  <a:path w="1849120" h="230504">
                    <a:moveTo>
                      <a:pt x="1848612" y="0"/>
                    </a:moveTo>
                    <a:lnTo>
                      <a:pt x="0" y="0"/>
                    </a:lnTo>
                    <a:lnTo>
                      <a:pt x="0" y="230123"/>
                    </a:lnTo>
                    <a:lnTo>
                      <a:pt x="1848612" y="230123"/>
                    </a:lnTo>
                    <a:lnTo>
                      <a:pt x="1848612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8" name="object 32">
              <a:extLst>
                <a:ext uri="{FF2B5EF4-FFF2-40B4-BE49-F238E27FC236}">
                  <a16:creationId xmlns:a16="http://schemas.microsoft.com/office/drawing/2014/main" id="{8DAC84FA-8236-4895-ADE6-C00AEA434696}"/>
                </a:ext>
              </a:extLst>
            </p:cNvPr>
            <p:cNvSpPr txBox="1"/>
            <p:nvPr/>
          </p:nvSpPr>
          <p:spPr>
            <a:xfrm>
              <a:off x="5724905" y="5030851"/>
              <a:ext cx="50165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20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USER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29" name="object 33">
              <a:extLst>
                <a:ext uri="{FF2B5EF4-FFF2-40B4-BE49-F238E27FC236}">
                  <a16:creationId xmlns:a16="http://schemas.microsoft.com/office/drawing/2014/main" id="{38AA50ED-C9E6-4A80-8B52-ABF91A3AB0C3}"/>
                </a:ext>
              </a:extLst>
            </p:cNvPr>
            <p:cNvGrpSpPr/>
            <p:nvPr/>
          </p:nvGrpSpPr>
          <p:grpSpPr>
            <a:xfrm>
              <a:off x="4887467" y="5356859"/>
              <a:ext cx="2150745" cy="368935"/>
              <a:chOff x="4887467" y="5356859"/>
              <a:chExt cx="2150745" cy="368935"/>
            </a:xfrm>
          </p:grpSpPr>
          <p:sp>
            <p:nvSpPr>
              <p:cNvPr id="130" name="object 34">
                <a:extLst>
                  <a:ext uri="{FF2B5EF4-FFF2-40B4-BE49-F238E27FC236}">
                    <a16:creationId xmlns:a16="http://schemas.microsoft.com/office/drawing/2014/main" id="{A4056FF4-2C48-4E75-8EDA-3F2A1FAA8BF9}"/>
                  </a:ext>
                </a:extLst>
              </p:cNvPr>
              <p:cNvSpPr/>
              <p:nvPr/>
            </p:nvSpPr>
            <p:spPr>
              <a:xfrm>
                <a:off x="4900421" y="536981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675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4"/>
                    </a:lnTo>
                    <a:lnTo>
                      <a:pt x="0" y="317182"/>
                    </a:lnTo>
                    <a:lnTo>
                      <a:pt x="2026" y="327190"/>
                    </a:lnTo>
                    <a:lnTo>
                      <a:pt x="7540" y="335365"/>
                    </a:lnTo>
                    <a:lnTo>
                      <a:pt x="15698" y="340878"/>
                    </a:lnTo>
                    <a:lnTo>
                      <a:pt x="25654" y="342900"/>
                    </a:lnTo>
                    <a:lnTo>
                      <a:pt x="2098675" y="342900"/>
                    </a:lnTo>
                    <a:lnTo>
                      <a:pt x="2108704" y="340878"/>
                    </a:lnTo>
                    <a:lnTo>
                      <a:pt x="2116899" y="335365"/>
                    </a:lnTo>
                    <a:lnTo>
                      <a:pt x="2122427" y="327190"/>
                    </a:lnTo>
                    <a:lnTo>
                      <a:pt x="2124456" y="317182"/>
                    </a:lnTo>
                    <a:lnTo>
                      <a:pt x="2124456" y="25654"/>
                    </a:lnTo>
                    <a:lnTo>
                      <a:pt x="2122427" y="15698"/>
                    </a:lnTo>
                    <a:lnTo>
                      <a:pt x="2116899" y="7540"/>
                    </a:lnTo>
                    <a:lnTo>
                      <a:pt x="2108704" y="2026"/>
                    </a:lnTo>
                    <a:lnTo>
                      <a:pt x="2098675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35">
                <a:extLst>
                  <a:ext uri="{FF2B5EF4-FFF2-40B4-BE49-F238E27FC236}">
                    <a16:creationId xmlns:a16="http://schemas.microsoft.com/office/drawing/2014/main" id="{9ED6CDF0-66F0-4318-ABFE-0A8CDE843147}"/>
                  </a:ext>
                </a:extLst>
              </p:cNvPr>
              <p:cNvSpPr/>
              <p:nvPr/>
            </p:nvSpPr>
            <p:spPr>
              <a:xfrm>
                <a:off x="4900421" y="536981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4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675" y="0"/>
                    </a:lnTo>
                    <a:lnTo>
                      <a:pt x="2108704" y="2026"/>
                    </a:lnTo>
                    <a:lnTo>
                      <a:pt x="2116899" y="7540"/>
                    </a:lnTo>
                    <a:lnTo>
                      <a:pt x="2122427" y="15698"/>
                    </a:lnTo>
                    <a:lnTo>
                      <a:pt x="2124456" y="25654"/>
                    </a:lnTo>
                    <a:lnTo>
                      <a:pt x="2124456" y="317182"/>
                    </a:lnTo>
                    <a:lnTo>
                      <a:pt x="2122427" y="327190"/>
                    </a:lnTo>
                    <a:lnTo>
                      <a:pt x="2116899" y="335365"/>
                    </a:lnTo>
                    <a:lnTo>
                      <a:pt x="2108704" y="340878"/>
                    </a:lnTo>
                    <a:lnTo>
                      <a:pt x="2098675" y="342900"/>
                    </a:lnTo>
                    <a:lnTo>
                      <a:pt x="25654" y="342900"/>
                    </a:lnTo>
                    <a:lnTo>
                      <a:pt x="15698" y="340878"/>
                    </a:lnTo>
                    <a:lnTo>
                      <a:pt x="7540" y="335365"/>
                    </a:lnTo>
                    <a:lnTo>
                      <a:pt x="2026" y="327190"/>
                    </a:lnTo>
                    <a:lnTo>
                      <a:pt x="0" y="317182"/>
                    </a:lnTo>
                    <a:lnTo>
                      <a:pt x="0" y="25654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2" name="object 36">
                <a:extLst>
                  <a:ext uri="{FF2B5EF4-FFF2-40B4-BE49-F238E27FC236}">
                    <a16:creationId xmlns:a16="http://schemas.microsoft.com/office/drawing/2014/main" id="{7355DB28-315E-4F62-8524-8FD15B98FAED}"/>
                  </a:ext>
                </a:extLst>
              </p:cNvPr>
              <p:cNvSpPr/>
              <p:nvPr/>
            </p:nvSpPr>
            <p:spPr>
              <a:xfrm>
                <a:off x="4908803" y="5425439"/>
                <a:ext cx="210629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231775">
                    <a:moveTo>
                      <a:pt x="2106168" y="0"/>
                    </a:moveTo>
                    <a:lnTo>
                      <a:pt x="0" y="0"/>
                    </a:lnTo>
                    <a:lnTo>
                      <a:pt x="0" y="231648"/>
                    </a:lnTo>
                    <a:lnTo>
                      <a:pt x="2106168" y="231648"/>
                    </a:lnTo>
                    <a:lnTo>
                      <a:pt x="2106168" y="0"/>
                    </a:lnTo>
                    <a:close/>
                  </a:path>
                </a:pathLst>
              </a:custGeom>
              <a:solidFill>
                <a:srgbClr val="95BBC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3" name="object 37">
              <a:extLst>
                <a:ext uri="{FF2B5EF4-FFF2-40B4-BE49-F238E27FC236}">
                  <a16:creationId xmlns:a16="http://schemas.microsoft.com/office/drawing/2014/main" id="{A5D8255F-83CE-48F1-B0D5-B1560E65168F}"/>
                </a:ext>
              </a:extLst>
            </p:cNvPr>
            <p:cNvSpPr txBox="1"/>
            <p:nvPr/>
          </p:nvSpPr>
          <p:spPr>
            <a:xfrm>
              <a:off x="5478526" y="5457825"/>
              <a:ext cx="965835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20</a:t>
              </a:r>
              <a:r>
                <a:rPr sz="900" spc="-2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User</a:t>
              </a:r>
              <a:r>
                <a:rPr sz="900" spc="-2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Type</a:t>
              </a:r>
              <a:r>
                <a:rPr sz="900" spc="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spc="-25" dirty="0">
                  <a:solidFill>
                    <a:srgbClr val="FFFFFF"/>
                  </a:solidFill>
                  <a:latin typeface="Arial MT"/>
                  <a:cs typeface="Arial MT"/>
                </a:rPr>
                <a:t>PLC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34" name="object 38">
              <a:extLst>
                <a:ext uri="{FF2B5EF4-FFF2-40B4-BE49-F238E27FC236}">
                  <a16:creationId xmlns:a16="http://schemas.microsoft.com/office/drawing/2014/main" id="{266FF353-6D83-49F6-99A8-4FE1D9B9C396}"/>
                </a:ext>
              </a:extLst>
            </p:cNvPr>
            <p:cNvGrpSpPr/>
            <p:nvPr/>
          </p:nvGrpSpPr>
          <p:grpSpPr>
            <a:xfrm>
              <a:off x="4887404" y="5783516"/>
              <a:ext cx="2150745" cy="368935"/>
              <a:chOff x="4887404" y="5783516"/>
              <a:chExt cx="2150745" cy="368935"/>
            </a:xfrm>
          </p:grpSpPr>
          <p:sp>
            <p:nvSpPr>
              <p:cNvPr id="135" name="object 39">
                <a:extLst>
                  <a:ext uri="{FF2B5EF4-FFF2-40B4-BE49-F238E27FC236}">
                    <a16:creationId xmlns:a16="http://schemas.microsoft.com/office/drawing/2014/main" id="{5ABA14BE-41F8-4A26-BEA2-0236510D5353}"/>
                  </a:ext>
                </a:extLst>
              </p:cNvPr>
              <p:cNvSpPr/>
              <p:nvPr/>
            </p:nvSpPr>
            <p:spPr>
              <a:xfrm>
                <a:off x="4900421" y="579653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675" y="0"/>
                    </a:moveTo>
                    <a:lnTo>
                      <a:pt x="25654" y="0"/>
                    </a:lnTo>
                    <a:lnTo>
                      <a:pt x="15698" y="2021"/>
                    </a:lnTo>
                    <a:lnTo>
                      <a:pt x="7540" y="7534"/>
                    </a:lnTo>
                    <a:lnTo>
                      <a:pt x="2026" y="15709"/>
                    </a:lnTo>
                    <a:lnTo>
                      <a:pt x="0" y="25717"/>
                    </a:lnTo>
                    <a:lnTo>
                      <a:pt x="0" y="317182"/>
                    </a:lnTo>
                    <a:lnTo>
                      <a:pt x="2026" y="327190"/>
                    </a:lnTo>
                    <a:lnTo>
                      <a:pt x="7540" y="335365"/>
                    </a:lnTo>
                    <a:lnTo>
                      <a:pt x="15698" y="340878"/>
                    </a:lnTo>
                    <a:lnTo>
                      <a:pt x="25654" y="342900"/>
                    </a:lnTo>
                    <a:lnTo>
                      <a:pt x="2098675" y="342900"/>
                    </a:lnTo>
                    <a:lnTo>
                      <a:pt x="2108704" y="340878"/>
                    </a:lnTo>
                    <a:lnTo>
                      <a:pt x="2116899" y="335365"/>
                    </a:lnTo>
                    <a:lnTo>
                      <a:pt x="2122427" y="327190"/>
                    </a:lnTo>
                    <a:lnTo>
                      <a:pt x="2124456" y="317182"/>
                    </a:lnTo>
                    <a:lnTo>
                      <a:pt x="2124456" y="25717"/>
                    </a:lnTo>
                    <a:lnTo>
                      <a:pt x="2122427" y="15709"/>
                    </a:lnTo>
                    <a:lnTo>
                      <a:pt x="2116899" y="7534"/>
                    </a:lnTo>
                    <a:lnTo>
                      <a:pt x="2108704" y="2021"/>
                    </a:lnTo>
                    <a:lnTo>
                      <a:pt x="2098675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40">
                <a:extLst>
                  <a:ext uri="{FF2B5EF4-FFF2-40B4-BE49-F238E27FC236}">
                    <a16:creationId xmlns:a16="http://schemas.microsoft.com/office/drawing/2014/main" id="{F6D9261E-4357-4D14-A6D4-83D5AEC81148}"/>
                  </a:ext>
                </a:extLst>
              </p:cNvPr>
              <p:cNvSpPr/>
              <p:nvPr/>
            </p:nvSpPr>
            <p:spPr>
              <a:xfrm>
                <a:off x="4900421" y="5796533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717"/>
                    </a:moveTo>
                    <a:lnTo>
                      <a:pt x="2026" y="15709"/>
                    </a:lnTo>
                    <a:lnTo>
                      <a:pt x="7540" y="7534"/>
                    </a:lnTo>
                    <a:lnTo>
                      <a:pt x="15698" y="2021"/>
                    </a:lnTo>
                    <a:lnTo>
                      <a:pt x="25654" y="0"/>
                    </a:lnTo>
                    <a:lnTo>
                      <a:pt x="2098675" y="0"/>
                    </a:lnTo>
                    <a:lnTo>
                      <a:pt x="2108704" y="2021"/>
                    </a:lnTo>
                    <a:lnTo>
                      <a:pt x="2116899" y="7534"/>
                    </a:lnTo>
                    <a:lnTo>
                      <a:pt x="2122427" y="15709"/>
                    </a:lnTo>
                    <a:lnTo>
                      <a:pt x="2124456" y="25717"/>
                    </a:lnTo>
                    <a:lnTo>
                      <a:pt x="2124456" y="317182"/>
                    </a:lnTo>
                    <a:lnTo>
                      <a:pt x="2122427" y="327190"/>
                    </a:lnTo>
                    <a:lnTo>
                      <a:pt x="2116899" y="335365"/>
                    </a:lnTo>
                    <a:lnTo>
                      <a:pt x="2108704" y="340878"/>
                    </a:lnTo>
                    <a:lnTo>
                      <a:pt x="2098675" y="342900"/>
                    </a:lnTo>
                    <a:lnTo>
                      <a:pt x="25654" y="342900"/>
                    </a:lnTo>
                    <a:lnTo>
                      <a:pt x="15698" y="340878"/>
                    </a:lnTo>
                    <a:lnTo>
                      <a:pt x="7540" y="335365"/>
                    </a:lnTo>
                    <a:lnTo>
                      <a:pt x="2026" y="327190"/>
                    </a:lnTo>
                    <a:lnTo>
                      <a:pt x="0" y="317182"/>
                    </a:lnTo>
                    <a:lnTo>
                      <a:pt x="0" y="25717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41">
                <a:extLst>
                  <a:ext uri="{FF2B5EF4-FFF2-40B4-BE49-F238E27FC236}">
                    <a16:creationId xmlns:a16="http://schemas.microsoft.com/office/drawing/2014/main" id="{701FCB43-37A1-4981-A241-920607786731}"/>
                  </a:ext>
                </a:extLst>
              </p:cNvPr>
              <p:cNvSpPr/>
              <p:nvPr/>
            </p:nvSpPr>
            <p:spPr>
              <a:xfrm>
                <a:off x="4908803" y="5852159"/>
                <a:ext cx="210629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231775">
                    <a:moveTo>
                      <a:pt x="2106168" y="0"/>
                    </a:moveTo>
                    <a:lnTo>
                      <a:pt x="0" y="0"/>
                    </a:lnTo>
                    <a:lnTo>
                      <a:pt x="0" y="231647"/>
                    </a:lnTo>
                    <a:lnTo>
                      <a:pt x="2106168" y="231647"/>
                    </a:lnTo>
                    <a:lnTo>
                      <a:pt x="2106168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8" name="object 42">
              <a:extLst>
                <a:ext uri="{FF2B5EF4-FFF2-40B4-BE49-F238E27FC236}">
                  <a16:creationId xmlns:a16="http://schemas.microsoft.com/office/drawing/2014/main" id="{EE321D3D-25EA-463B-A2DF-B00356C593C7}"/>
                </a:ext>
              </a:extLst>
            </p:cNvPr>
            <p:cNvSpPr txBox="1"/>
            <p:nvPr/>
          </p:nvSpPr>
          <p:spPr>
            <a:xfrm>
              <a:off x="5475478" y="5884875"/>
              <a:ext cx="97155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99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GSC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Type </a:t>
              </a:r>
              <a:r>
                <a:rPr sz="900" spc="-25" dirty="0">
                  <a:solidFill>
                    <a:srgbClr val="FFFFFF"/>
                  </a:solidFill>
                  <a:latin typeface="Arial MT"/>
                  <a:cs typeface="Arial MT"/>
                </a:rPr>
                <a:t>PLC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39" name="object 43">
              <a:extLst>
                <a:ext uri="{FF2B5EF4-FFF2-40B4-BE49-F238E27FC236}">
                  <a16:creationId xmlns:a16="http://schemas.microsoft.com/office/drawing/2014/main" id="{57A0CCC3-96E3-48C7-844A-734DD1327048}"/>
                </a:ext>
              </a:extLst>
            </p:cNvPr>
            <p:cNvGrpSpPr/>
            <p:nvPr/>
          </p:nvGrpSpPr>
          <p:grpSpPr>
            <a:xfrm>
              <a:off x="4878323" y="2161032"/>
              <a:ext cx="2150745" cy="368935"/>
              <a:chOff x="4878323" y="2161032"/>
              <a:chExt cx="2150745" cy="368935"/>
            </a:xfrm>
          </p:grpSpPr>
          <p:sp>
            <p:nvSpPr>
              <p:cNvPr id="140" name="object 44">
                <a:extLst>
                  <a:ext uri="{FF2B5EF4-FFF2-40B4-BE49-F238E27FC236}">
                    <a16:creationId xmlns:a16="http://schemas.microsoft.com/office/drawing/2014/main" id="{82600563-CD84-4763-A79C-D89A2DDB4501}"/>
                  </a:ext>
                </a:extLst>
              </p:cNvPr>
              <p:cNvSpPr/>
              <p:nvPr/>
            </p:nvSpPr>
            <p:spPr>
              <a:xfrm>
                <a:off x="4891277" y="2173986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D29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1" name="object 45">
                <a:extLst>
                  <a:ext uri="{FF2B5EF4-FFF2-40B4-BE49-F238E27FC236}">
                    <a16:creationId xmlns:a16="http://schemas.microsoft.com/office/drawing/2014/main" id="{585FAF46-DC58-4CD9-994A-B5D42EF97084}"/>
                  </a:ext>
                </a:extLst>
              </p:cNvPr>
              <p:cNvSpPr/>
              <p:nvPr/>
            </p:nvSpPr>
            <p:spPr>
              <a:xfrm>
                <a:off x="4891277" y="2173986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46">
                <a:extLst>
                  <a:ext uri="{FF2B5EF4-FFF2-40B4-BE49-F238E27FC236}">
                    <a16:creationId xmlns:a16="http://schemas.microsoft.com/office/drawing/2014/main" id="{7B4EC770-8210-4B05-B387-D652CBD831A1}"/>
                  </a:ext>
                </a:extLst>
              </p:cNvPr>
              <p:cNvSpPr/>
              <p:nvPr/>
            </p:nvSpPr>
            <p:spPr>
              <a:xfrm>
                <a:off x="4899659" y="2228088"/>
                <a:ext cx="2106295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106295" h="231775">
                    <a:moveTo>
                      <a:pt x="2106167" y="0"/>
                    </a:moveTo>
                    <a:lnTo>
                      <a:pt x="0" y="0"/>
                    </a:lnTo>
                    <a:lnTo>
                      <a:pt x="0" y="231648"/>
                    </a:lnTo>
                    <a:lnTo>
                      <a:pt x="2106167" y="231648"/>
                    </a:lnTo>
                    <a:lnTo>
                      <a:pt x="2106167" y="0"/>
                    </a:lnTo>
                    <a:close/>
                  </a:path>
                </a:pathLst>
              </a:custGeom>
              <a:solidFill>
                <a:srgbClr val="D29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3" name="object 47">
              <a:extLst>
                <a:ext uri="{FF2B5EF4-FFF2-40B4-BE49-F238E27FC236}">
                  <a16:creationId xmlns:a16="http://schemas.microsoft.com/office/drawing/2014/main" id="{5DA49430-63EF-4924-84D0-6577F450973D}"/>
                </a:ext>
              </a:extLst>
            </p:cNvPr>
            <p:cNvSpPr txBox="1"/>
            <p:nvPr/>
          </p:nvSpPr>
          <p:spPr>
            <a:xfrm>
              <a:off x="5751957" y="2260472"/>
              <a:ext cx="40132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30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safe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44" name="object 48">
              <a:extLst>
                <a:ext uri="{FF2B5EF4-FFF2-40B4-BE49-F238E27FC236}">
                  <a16:creationId xmlns:a16="http://schemas.microsoft.com/office/drawing/2014/main" id="{7AAE0628-9153-4028-AD3D-4CC444C67CC5}"/>
                </a:ext>
              </a:extLst>
            </p:cNvPr>
            <p:cNvGrpSpPr/>
            <p:nvPr/>
          </p:nvGrpSpPr>
          <p:grpSpPr>
            <a:xfrm>
              <a:off x="4878260" y="3430460"/>
              <a:ext cx="2150745" cy="368935"/>
              <a:chOff x="4878260" y="3430460"/>
              <a:chExt cx="2150745" cy="368935"/>
            </a:xfrm>
          </p:grpSpPr>
          <p:sp>
            <p:nvSpPr>
              <p:cNvPr id="145" name="object 49">
                <a:extLst>
                  <a:ext uri="{FF2B5EF4-FFF2-40B4-BE49-F238E27FC236}">
                    <a16:creationId xmlns:a16="http://schemas.microsoft.com/office/drawing/2014/main" id="{6FE24127-EF01-4460-B4E6-D6C1651135E1}"/>
                  </a:ext>
                </a:extLst>
              </p:cNvPr>
              <p:cNvSpPr/>
              <p:nvPr/>
            </p:nvSpPr>
            <p:spPr>
              <a:xfrm>
                <a:off x="4891277" y="3443477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6" name="object 50">
                <a:extLst>
                  <a:ext uri="{FF2B5EF4-FFF2-40B4-BE49-F238E27FC236}">
                    <a16:creationId xmlns:a16="http://schemas.microsoft.com/office/drawing/2014/main" id="{9778EFD5-8723-46EF-8C21-A380AF054183}"/>
                  </a:ext>
                </a:extLst>
              </p:cNvPr>
              <p:cNvSpPr/>
              <p:nvPr/>
            </p:nvSpPr>
            <p:spPr>
              <a:xfrm>
                <a:off x="4891277" y="3443477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7" name="object 51">
                <a:extLst>
                  <a:ext uri="{FF2B5EF4-FFF2-40B4-BE49-F238E27FC236}">
                    <a16:creationId xmlns:a16="http://schemas.microsoft.com/office/drawing/2014/main" id="{1EC1B639-3862-469D-8187-B3A7970CC045}"/>
                  </a:ext>
                </a:extLst>
              </p:cNvPr>
              <p:cNvSpPr/>
              <p:nvPr/>
            </p:nvSpPr>
            <p:spPr>
              <a:xfrm>
                <a:off x="4952999" y="3497579"/>
                <a:ext cx="2005964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005965" h="231775">
                    <a:moveTo>
                      <a:pt x="2005583" y="0"/>
                    </a:moveTo>
                    <a:lnTo>
                      <a:pt x="0" y="0"/>
                    </a:lnTo>
                    <a:lnTo>
                      <a:pt x="0" y="231648"/>
                    </a:lnTo>
                    <a:lnTo>
                      <a:pt x="2005583" y="231648"/>
                    </a:lnTo>
                    <a:lnTo>
                      <a:pt x="2005583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8" name="object 52">
              <a:extLst>
                <a:ext uri="{FF2B5EF4-FFF2-40B4-BE49-F238E27FC236}">
                  <a16:creationId xmlns:a16="http://schemas.microsoft.com/office/drawing/2014/main" id="{133AE022-ADE7-47A5-891B-15193B4DF9C3}"/>
                </a:ext>
              </a:extLst>
            </p:cNvPr>
            <p:cNvSpPr txBox="1"/>
            <p:nvPr/>
          </p:nvSpPr>
          <p:spPr>
            <a:xfrm>
              <a:off x="5653532" y="3530345"/>
              <a:ext cx="60452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99</a:t>
              </a:r>
              <a:r>
                <a:rPr sz="900" spc="-15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GSC 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list</a:t>
              </a:r>
              <a:endParaRPr sz="900">
                <a:latin typeface="Arial MT"/>
                <a:cs typeface="Arial MT"/>
              </a:endParaRPr>
            </a:p>
          </p:txBody>
        </p:sp>
        <p:grpSp>
          <p:nvGrpSpPr>
            <p:cNvPr id="149" name="object 53">
              <a:extLst>
                <a:ext uri="{FF2B5EF4-FFF2-40B4-BE49-F238E27FC236}">
                  <a16:creationId xmlns:a16="http://schemas.microsoft.com/office/drawing/2014/main" id="{689B2A4E-BC87-49A1-B416-9FAF5CDF43AF}"/>
                </a:ext>
              </a:extLst>
            </p:cNvPr>
            <p:cNvGrpSpPr/>
            <p:nvPr/>
          </p:nvGrpSpPr>
          <p:grpSpPr>
            <a:xfrm>
              <a:off x="4878323" y="3901440"/>
              <a:ext cx="2150745" cy="368935"/>
              <a:chOff x="4878323" y="3901440"/>
              <a:chExt cx="2150745" cy="368935"/>
            </a:xfrm>
          </p:grpSpPr>
          <p:sp>
            <p:nvSpPr>
              <p:cNvPr id="150" name="object 54">
                <a:extLst>
                  <a:ext uri="{FF2B5EF4-FFF2-40B4-BE49-F238E27FC236}">
                    <a16:creationId xmlns:a16="http://schemas.microsoft.com/office/drawing/2014/main" id="{5E72FFB2-8C96-418F-9CE6-A308D26AE407}"/>
                  </a:ext>
                </a:extLst>
              </p:cNvPr>
              <p:cNvSpPr/>
              <p:nvPr/>
            </p:nvSpPr>
            <p:spPr>
              <a:xfrm>
                <a:off x="4891277" y="391439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2098802" y="0"/>
                    </a:moveTo>
                    <a:lnTo>
                      <a:pt x="25654" y="0"/>
                    </a:lnTo>
                    <a:lnTo>
                      <a:pt x="15698" y="2026"/>
                    </a:lnTo>
                    <a:lnTo>
                      <a:pt x="7540" y="7540"/>
                    </a:lnTo>
                    <a:lnTo>
                      <a:pt x="2026" y="15698"/>
                    </a:lnTo>
                    <a:lnTo>
                      <a:pt x="0" y="25653"/>
                    </a:lnTo>
                    <a:lnTo>
                      <a:pt x="0" y="317245"/>
                    </a:lnTo>
                    <a:lnTo>
                      <a:pt x="2026" y="327201"/>
                    </a:lnTo>
                    <a:lnTo>
                      <a:pt x="7540" y="335359"/>
                    </a:lnTo>
                    <a:lnTo>
                      <a:pt x="15698" y="340873"/>
                    </a:lnTo>
                    <a:lnTo>
                      <a:pt x="25654" y="342899"/>
                    </a:lnTo>
                    <a:lnTo>
                      <a:pt x="2098802" y="342899"/>
                    </a:lnTo>
                    <a:lnTo>
                      <a:pt x="2108757" y="340873"/>
                    </a:lnTo>
                    <a:lnTo>
                      <a:pt x="2116915" y="335359"/>
                    </a:lnTo>
                    <a:lnTo>
                      <a:pt x="2122429" y="327201"/>
                    </a:lnTo>
                    <a:lnTo>
                      <a:pt x="2124456" y="317245"/>
                    </a:lnTo>
                    <a:lnTo>
                      <a:pt x="2124456" y="25653"/>
                    </a:lnTo>
                    <a:lnTo>
                      <a:pt x="2122429" y="15698"/>
                    </a:lnTo>
                    <a:lnTo>
                      <a:pt x="2116915" y="7540"/>
                    </a:lnTo>
                    <a:lnTo>
                      <a:pt x="2108757" y="2026"/>
                    </a:lnTo>
                    <a:lnTo>
                      <a:pt x="2098802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" name="object 55">
                <a:extLst>
                  <a:ext uri="{FF2B5EF4-FFF2-40B4-BE49-F238E27FC236}">
                    <a16:creationId xmlns:a16="http://schemas.microsoft.com/office/drawing/2014/main" id="{AFEABBB2-A19F-427E-B832-F17EFEE61F48}"/>
                  </a:ext>
                </a:extLst>
              </p:cNvPr>
              <p:cNvSpPr/>
              <p:nvPr/>
            </p:nvSpPr>
            <p:spPr>
              <a:xfrm>
                <a:off x="4891277" y="3914394"/>
                <a:ext cx="212471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124709" h="342900">
                    <a:moveTo>
                      <a:pt x="0" y="25653"/>
                    </a:moveTo>
                    <a:lnTo>
                      <a:pt x="2026" y="15698"/>
                    </a:lnTo>
                    <a:lnTo>
                      <a:pt x="7540" y="7540"/>
                    </a:lnTo>
                    <a:lnTo>
                      <a:pt x="15698" y="2026"/>
                    </a:lnTo>
                    <a:lnTo>
                      <a:pt x="25654" y="0"/>
                    </a:lnTo>
                    <a:lnTo>
                      <a:pt x="2098802" y="0"/>
                    </a:lnTo>
                    <a:lnTo>
                      <a:pt x="2108757" y="2026"/>
                    </a:lnTo>
                    <a:lnTo>
                      <a:pt x="2116915" y="7540"/>
                    </a:lnTo>
                    <a:lnTo>
                      <a:pt x="2122429" y="15698"/>
                    </a:lnTo>
                    <a:lnTo>
                      <a:pt x="2124456" y="25653"/>
                    </a:lnTo>
                    <a:lnTo>
                      <a:pt x="2124456" y="317245"/>
                    </a:lnTo>
                    <a:lnTo>
                      <a:pt x="2122429" y="327201"/>
                    </a:lnTo>
                    <a:lnTo>
                      <a:pt x="2116915" y="335359"/>
                    </a:lnTo>
                    <a:lnTo>
                      <a:pt x="2108757" y="340873"/>
                    </a:lnTo>
                    <a:lnTo>
                      <a:pt x="2098802" y="342899"/>
                    </a:lnTo>
                    <a:lnTo>
                      <a:pt x="25654" y="342899"/>
                    </a:lnTo>
                    <a:lnTo>
                      <a:pt x="15698" y="340873"/>
                    </a:lnTo>
                    <a:lnTo>
                      <a:pt x="7540" y="335359"/>
                    </a:lnTo>
                    <a:lnTo>
                      <a:pt x="2026" y="327201"/>
                    </a:lnTo>
                    <a:lnTo>
                      <a:pt x="0" y="317245"/>
                    </a:lnTo>
                    <a:lnTo>
                      <a:pt x="0" y="25653"/>
                    </a:lnTo>
                    <a:close/>
                  </a:path>
                </a:pathLst>
              </a:custGeom>
              <a:ln w="25908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2" name="object 56">
                <a:extLst>
                  <a:ext uri="{FF2B5EF4-FFF2-40B4-BE49-F238E27FC236}">
                    <a16:creationId xmlns:a16="http://schemas.microsoft.com/office/drawing/2014/main" id="{4522A5A1-FF09-421A-B881-2E16DB72D908}"/>
                  </a:ext>
                </a:extLst>
              </p:cNvPr>
              <p:cNvSpPr/>
              <p:nvPr/>
            </p:nvSpPr>
            <p:spPr>
              <a:xfrm>
                <a:off x="4952999" y="3970020"/>
                <a:ext cx="2005964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2005965" h="231775">
                    <a:moveTo>
                      <a:pt x="2005583" y="0"/>
                    </a:moveTo>
                    <a:lnTo>
                      <a:pt x="0" y="0"/>
                    </a:lnTo>
                    <a:lnTo>
                      <a:pt x="0" y="231647"/>
                    </a:lnTo>
                    <a:lnTo>
                      <a:pt x="2005583" y="231647"/>
                    </a:lnTo>
                    <a:lnTo>
                      <a:pt x="2005583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3" name="object 57">
              <a:extLst>
                <a:ext uri="{FF2B5EF4-FFF2-40B4-BE49-F238E27FC236}">
                  <a16:creationId xmlns:a16="http://schemas.microsoft.com/office/drawing/2014/main" id="{B13A76B3-91A2-4B04-9710-5C96108C44C6}"/>
                </a:ext>
              </a:extLst>
            </p:cNvPr>
            <p:cNvSpPr txBox="1"/>
            <p:nvPr/>
          </p:nvSpPr>
          <p:spPr>
            <a:xfrm>
              <a:off x="5470652" y="4002151"/>
              <a:ext cx="971550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99</a:t>
              </a:r>
              <a:r>
                <a:rPr sz="900" spc="-2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GSC</a:t>
              </a:r>
              <a:r>
                <a:rPr sz="900" spc="-10" dirty="0">
                  <a:solidFill>
                    <a:srgbClr val="FFFFFF"/>
                  </a:solidFill>
                  <a:latin typeface="Arial MT"/>
                  <a:cs typeface="Arial MT"/>
                </a:rPr>
                <a:t> </a:t>
              </a:r>
              <a:r>
                <a:rPr sz="900" dirty="0">
                  <a:solidFill>
                    <a:srgbClr val="FFFFFF"/>
                  </a:solidFill>
                  <a:latin typeface="Arial MT"/>
                  <a:cs typeface="Arial MT"/>
                </a:rPr>
                <a:t>Type </a:t>
              </a:r>
              <a:r>
                <a:rPr sz="900" spc="-25" dirty="0">
                  <a:solidFill>
                    <a:srgbClr val="FFFFFF"/>
                  </a:solidFill>
                  <a:latin typeface="Arial MT"/>
                  <a:cs typeface="Arial MT"/>
                </a:rPr>
                <a:t>PLC</a:t>
              </a:r>
              <a:endParaRPr sz="900">
                <a:latin typeface="Arial MT"/>
                <a:cs typeface="Arial MT"/>
              </a:endParaRPr>
            </a:p>
          </p:txBody>
        </p:sp>
        <p:sp>
          <p:nvSpPr>
            <p:cNvPr id="154" name="object 58">
              <a:extLst>
                <a:ext uri="{FF2B5EF4-FFF2-40B4-BE49-F238E27FC236}">
                  <a16:creationId xmlns:a16="http://schemas.microsoft.com/office/drawing/2014/main" id="{3120665D-D770-4A33-851E-E4752DDA2605}"/>
                </a:ext>
              </a:extLst>
            </p:cNvPr>
            <p:cNvSpPr/>
            <p:nvPr/>
          </p:nvSpPr>
          <p:spPr>
            <a:xfrm>
              <a:off x="1090422" y="1075182"/>
              <a:ext cx="2673350" cy="289560"/>
            </a:xfrm>
            <a:custGeom>
              <a:avLst/>
              <a:gdLst/>
              <a:ahLst/>
              <a:cxnLst/>
              <a:rect l="l" t="t" r="r" b="b"/>
              <a:pathLst>
                <a:path w="2673350" h="289559">
                  <a:moveTo>
                    <a:pt x="2673095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2673095" y="289560"/>
                  </a:lnTo>
                  <a:lnTo>
                    <a:pt x="2673095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5" name="object 59">
              <a:extLst>
                <a:ext uri="{FF2B5EF4-FFF2-40B4-BE49-F238E27FC236}">
                  <a16:creationId xmlns:a16="http://schemas.microsoft.com/office/drawing/2014/main" id="{2FE6C27A-5A5F-47F8-A5A7-DE1BAE2C7B71}"/>
                </a:ext>
              </a:extLst>
            </p:cNvPr>
            <p:cNvGrpSpPr/>
            <p:nvPr/>
          </p:nvGrpSpPr>
          <p:grpSpPr>
            <a:xfrm>
              <a:off x="3810761" y="1075182"/>
              <a:ext cx="1039494" cy="843280"/>
              <a:chOff x="3810761" y="1075182"/>
              <a:chExt cx="1039494" cy="843280"/>
            </a:xfrm>
          </p:grpSpPr>
          <p:sp>
            <p:nvSpPr>
              <p:cNvPr id="156" name="object 60">
                <a:extLst>
                  <a:ext uri="{FF2B5EF4-FFF2-40B4-BE49-F238E27FC236}">
                    <a16:creationId xmlns:a16="http://schemas.microsoft.com/office/drawing/2014/main" id="{2C30D585-155C-47F4-A567-E2A9D12CA883}"/>
                  </a:ext>
                </a:extLst>
              </p:cNvPr>
              <p:cNvSpPr/>
              <p:nvPr/>
            </p:nvSpPr>
            <p:spPr>
              <a:xfrm>
                <a:off x="3830065" y="1075182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59">
                    <a:moveTo>
                      <a:pt x="0" y="0"/>
                    </a:moveTo>
                    <a:lnTo>
                      <a:pt x="0" y="28956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7" name="object 61">
                <a:extLst>
                  <a:ext uri="{FF2B5EF4-FFF2-40B4-BE49-F238E27FC236}">
                    <a16:creationId xmlns:a16="http://schemas.microsoft.com/office/drawing/2014/main" id="{58C9EC21-678B-4C47-81E0-572652BC1238}"/>
                  </a:ext>
                </a:extLst>
              </p:cNvPr>
              <p:cNvSpPr/>
              <p:nvPr/>
            </p:nvSpPr>
            <p:spPr>
              <a:xfrm>
                <a:off x="3830065" y="1274064"/>
                <a:ext cx="1010285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1010285" h="217169">
                    <a:moveTo>
                      <a:pt x="0" y="0"/>
                    </a:moveTo>
                    <a:lnTo>
                      <a:pt x="1010285" y="216915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8" name="object 62">
                <a:extLst>
                  <a:ext uri="{FF2B5EF4-FFF2-40B4-BE49-F238E27FC236}">
                    <a16:creationId xmlns:a16="http://schemas.microsoft.com/office/drawing/2014/main" id="{A9CBE843-D37F-4B0E-8B3B-A848EEC8CF0F}"/>
                  </a:ext>
                </a:extLst>
              </p:cNvPr>
              <p:cNvSpPr/>
              <p:nvPr/>
            </p:nvSpPr>
            <p:spPr>
              <a:xfrm>
                <a:off x="3820667" y="1527810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60">
                    <a:moveTo>
                      <a:pt x="0" y="0"/>
                    </a:moveTo>
                    <a:lnTo>
                      <a:pt x="0" y="28956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9" name="object 63">
                <a:extLst>
                  <a:ext uri="{FF2B5EF4-FFF2-40B4-BE49-F238E27FC236}">
                    <a16:creationId xmlns:a16="http://schemas.microsoft.com/office/drawing/2014/main" id="{84DBED28-BBCA-45BC-835B-4C29DD30B659}"/>
                  </a:ext>
                </a:extLst>
              </p:cNvPr>
              <p:cNvSpPr/>
              <p:nvPr/>
            </p:nvSpPr>
            <p:spPr>
              <a:xfrm>
                <a:off x="3820667" y="1726692"/>
                <a:ext cx="807085" cy="182245"/>
              </a:xfrm>
              <a:custGeom>
                <a:avLst/>
                <a:gdLst/>
                <a:ahLst/>
                <a:cxnLst/>
                <a:rect l="l" t="t" r="r" b="b"/>
                <a:pathLst>
                  <a:path w="807085" h="182244">
                    <a:moveTo>
                      <a:pt x="0" y="0"/>
                    </a:moveTo>
                    <a:lnTo>
                      <a:pt x="806704" y="181737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0" name="object 64">
              <a:extLst>
                <a:ext uri="{FF2B5EF4-FFF2-40B4-BE49-F238E27FC236}">
                  <a16:creationId xmlns:a16="http://schemas.microsoft.com/office/drawing/2014/main" id="{6D9A4AB6-8E81-407B-BBD5-12ECA07FC2A1}"/>
                </a:ext>
              </a:extLst>
            </p:cNvPr>
            <p:cNvSpPr txBox="1"/>
            <p:nvPr/>
          </p:nvSpPr>
          <p:spPr>
            <a:xfrm>
              <a:off x="1168400" y="1101597"/>
              <a:ext cx="1903730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One</a:t>
              </a:r>
              <a:r>
                <a:rPr sz="1400" spc="-2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folder</a:t>
              </a:r>
              <a:r>
                <a:rPr sz="1400" spc="-3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per</a:t>
              </a:r>
              <a:r>
                <a:rPr sz="1400" spc="-2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ST</a:t>
              </a:r>
              <a:r>
                <a:rPr sz="1400" spc="-4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or</a:t>
              </a:r>
              <a:r>
                <a:rPr sz="1400" spc="-10" dirty="0">
                  <a:latin typeface="Arial MT"/>
                  <a:cs typeface="Arial MT"/>
                </a:rPr>
                <a:t> </a:t>
              </a:r>
              <a:r>
                <a:rPr sz="1400" spc="-25" dirty="0">
                  <a:latin typeface="Arial MT"/>
                  <a:cs typeface="Arial MT"/>
                </a:rPr>
                <a:t>FT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61" name="object 65">
              <a:extLst>
                <a:ext uri="{FF2B5EF4-FFF2-40B4-BE49-F238E27FC236}">
                  <a16:creationId xmlns:a16="http://schemas.microsoft.com/office/drawing/2014/main" id="{0D794DEE-6D5A-4559-AA6D-DF9EEBCE74CD}"/>
                </a:ext>
              </a:extLst>
            </p:cNvPr>
            <p:cNvSpPr/>
            <p:nvPr/>
          </p:nvSpPr>
          <p:spPr>
            <a:xfrm>
              <a:off x="1090422" y="1527810"/>
              <a:ext cx="2664460" cy="289560"/>
            </a:xfrm>
            <a:custGeom>
              <a:avLst/>
              <a:gdLst/>
              <a:ahLst/>
              <a:cxnLst/>
              <a:rect l="l" t="t" r="r" b="b"/>
              <a:pathLst>
                <a:path w="2664460" h="289560">
                  <a:moveTo>
                    <a:pt x="2663952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2663952" y="289560"/>
                  </a:lnTo>
                  <a:lnTo>
                    <a:pt x="2663952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66">
              <a:extLst>
                <a:ext uri="{FF2B5EF4-FFF2-40B4-BE49-F238E27FC236}">
                  <a16:creationId xmlns:a16="http://schemas.microsoft.com/office/drawing/2014/main" id="{748ED6EA-4F23-4379-AD01-302572EA310B}"/>
                </a:ext>
              </a:extLst>
            </p:cNvPr>
            <p:cNvSpPr txBox="1"/>
            <p:nvPr/>
          </p:nvSpPr>
          <p:spPr>
            <a:xfrm>
              <a:off x="1168400" y="1554607"/>
              <a:ext cx="955675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User</a:t>
              </a:r>
              <a:r>
                <a:rPr sz="1400" spc="-40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blocks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63" name="object 67">
              <a:extLst>
                <a:ext uri="{FF2B5EF4-FFF2-40B4-BE49-F238E27FC236}">
                  <a16:creationId xmlns:a16="http://schemas.microsoft.com/office/drawing/2014/main" id="{B8C8FE5E-4067-4FC1-A390-6CB242FBEE5E}"/>
                </a:ext>
              </a:extLst>
            </p:cNvPr>
            <p:cNvSpPr/>
            <p:nvPr/>
          </p:nvSpPr>
          <p:spPr>
            <a:xfrm>
              <a:off x="1099566" y="1991105"/>
              <a:ext cx="2673350" cy="288290"/>
            </a:xfrm>
            <a:custGeom>
              <a:avLst/>
              <a:gdLst/>
              <a:ahLst/>
              <a:cxnLst/>
              <a:rect l="l" t="t" r="r" b="b"/>
              <a:pathLst>
                <a:path w="2673350" h="288289">
                  <a:moveTo>
                    <a:pt x="26730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673096" y="288036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4" name="object 68">
              <a:extLst>
                <a:ext uri="{FF2B5EF4-FFF2-40B4-BE49-F238E27FC236}">
                  <a16:creationId xmlns:a16="http://schemas.microsoft.com/office/drawing/2014/main" id="{F176D958-B1A7-41EB-9B07-6097C2754377}"/>
                </a:ext>
              </a:extLst>
            </p:cNvPr>
            <p:cNvGrpSpPr/>
            <p:nvPr/>
          </p:nvGrpSpPr>
          <p:grpSpPr>
            <a:xfrm>
              <a:off x="3829303" y="1991105"/>
              <a:ext cx="1003935" cy="379730"/>
              <a:chOff x="3829303" y="1991105"/>
              <a:chExt cx="1003935" cy="379730"/>
            </a:xfrm>
          </p:grpSpPr>
          <p:sp>
            <p:nvSpPr>
              <p:cNvPr id="165" name="object 69">
                <a:extLst>
                  <a:ext uri="{FF2B5EF4-FFF2-40B4-BE49-F238E27FC236}">
                    <a16:creationId xmlns:a16="http://schemas.microsoft.com/office/drawing/2014/main" id="{7987C8FD-3D3E-4806-BCF7-A9CE385FF31C}"/>
                  </a:ext>
                </a:extLst>
              </p:cNvPr>
              <p:cNvSpPr/>
              <p:nvPr/>
            </p:nvSpPr>
            <p:spPr>
              <a:xfrm>
                <a:off x="3839209" y="1991105"/>
                <a:ext cx="0" cy="288290"/>
              </a:xfrm>
              <a:custGeom>
                <a:avLst/>
                <a:gdLst/>
                <a:ahLst/>
                <a:cxnLst/>
                <a:rect l="l" t="t" r="r" b="b"/>
                <a:pathLst>
                  <a:path h="288289">
                    <a:moveTo>
                      <a:pt x="0" y="0"/>
                    </a:moveTo>
                    <a:lnTo>
                      <a:pt x="0" y="288036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6" name="object 70">
                <a:extLst>
                  <a:ext uri="{FF2B5EF4-FFF2-40B4-BE49-F238E27FC236}">
                    <a16:creationId xmlns:a16="http://schemas.microsoft.com/office/drawing/2014/main" id="{32CEDFE5-7257-4CCC-B08D-719B93E3BA77}"/>
                  </a:ext>
                </a:extLst>
              </p:cNvPr>
              <p:cNvSpPr/>
              <p:nvPr/>
            </p:nvSpPr>
            <p:spPr>
              <a:xfrm>
                <a:off x="3839209" y="2188844"/>
                <a:ext cx="984250" cy="172085"/>
              </a:xfrm>
              <a:custGeom>
                <a:avLst/>
                <a:gdLst/>
                <a:ahLst/>
                <a:cxnLst/>
                <a:rect l="l" t="t" r="r" b="b"/>
                <a:pathLst>
                  <a:path w="984250" h="172085">
                    <a:moveTo>
                      <a:pt x="0" y="0"/>
                    </a:moveTo>
                    <a:lnTo>
                      <a:pt x="983869" y="172085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7" name="object 71">
              <a:extLst>
                <a:ext uri="{FF2B5EF4-FFF2-40B4-BE49-F238E27FC236}">
                  <a16:creationId xmlns:a16="http://schemas.microsoft.com/office/drawing/2014/main" id="{FD200632-ADC0-470B-8094-F6034A62D87D}"/>
                </a:ext>
              </a:extLst>
            </p:cNvPr>
            <p:cNvSpPr txBox="1"/>
            <p:nvPr/>
          </p:nvSpPr>
          <p:spPr>
            <a:xfrm>
              <a:off x="1177239" y="2017268"/>
              <a:ext cx="1903730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All</a:t>
              </a:r>
              <a:r>
                <a:rPr sz="1400" spc="-2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security</a:t>
              </a:r>
              <a:r>
                <a:rPr sz="1400" spc="-55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components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68" name="object 72">
              <a:extLst>
                <a:ext uri="{FF2B5EF4-FFF2-40B4-BE49-F238E27FC236}">
                  <a16:creationId xmlns:a16="http://schemas.microsoft.com/office/drawing/2014/main" id="{9FB5C950-9344-4B7F-A8B5-BECBB2800A23}"/>
                </a:ext>
              </a:extLst>
            </p:cNvPr>
            <p:cNvSpPr/>
            <p:nvPr/>
          </p:nvSpPr>
          <p:spPr>
            <a:xfrm>
              <a:off x="1099566" y="2443733"/>
              <a:ext cx="2673350" cy="288290"/>
            </a:xfrm>
            <a:custGeom>
              <a:avLst/>
              <a:gdLst/>
              <a:ahLst/>
              <a:cxnLst/>
              <a:rect l="l" t="t" r="r" b="b"/>
              <a:pathLst>
                <a:path w="2673350" h="288289">
                  <a:moveTo>
                    <a:pt x="26730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673096" y="288036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9" name="object 73">
              <a:extLst>
                <a:ext uri="{FF2B5EF4-FFF2-40B4-BE49-F238E27FC236}">
                  <a16:creationId xmlns:a16="http://schemas.microsoft.com/office/drawing/2014/main" id="{56F5B460-6CF4-4175-B6C1-0659F1313B73}"/>
                </a:ext>
              </a:extLst>
            </p:cNvPr>
            <p:cNvGrpSpPr/>
            <p:nvPr/>
          </p:nvGrpSpPr>
          <p:grpSpPr>
            <a:xfrm>
              <a:off x="3829303" y="2443733"/>
              <a:ext cx="977265" cy="335915"/>
              <a:chOff x="3829303" y="2443733"/>
              <a:chExt cx="977265" cy="335915"/>
            </a:xfrm>
          </p:grpSpPr>
          <p:sp>
            <p:nvSpPr>
              <p:cNvPr id="170" name="object 74">
                <a:extLst>
                  <a:ext uri="{FF2B5EF4-FFF2-40B4-BE49-F238E27FC236}">
                    <a16:creationId xmlns:a16="http://schemas.microsoft.com/office/drawing/2014/main" id="{C5B08CC4-30FC-47C7-9B48-1EA656CF3480}"/>
                  </a:ext>
                </a:extLst>
              </p:cNvPr>
              <p:cNvSpPr/>
              <p:nvPr/>
            </p:nvSpPr>
            <p:spPr>
              <a:xfrm>
                <a:off x="3839209" y="2443733"/>
                <a:ext cx="0" cy="288290"/>
              </a:xfrm>
              <a:custGeom>
                <a:avLst/>
                <a:gdLst/>
                <a:ahLst/>
                <a:cxnLst/>
                <a:rect l="l" t="t" r="r" b="b"/>
                <a:pathLst>
                  <a:path h="288289">
                    <a:moveTo>
                      <a:pt x="0" y="0"/>
                    </a:moveTo>
                    <a:lnTo>
                      <a:pt x="0" y="288036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1" name="object 75">
                <a:extLst>
                  <a:ext uri="{FF2B5EF4-FFF2-40B4-BE49-F238E27FC236}">
                    <a16:creationId xmlns:a16="http://schemas.microsoft.com/office/drawing/2014/main" id="{24884169-D13D-4C01-BFDA-5E676FECFD56}"/>
                  </a:ext>
                </a:extLst>
              </p:cNvPr>
              <p:cNvSpPr/>
              <p:nvPr/>
            </p:nvSpPr>
            <p:spPr>
              <a:xfrm>
                <a:off x="3839209" y="2641472"/>
                <a:ext cx="957580" cy="128270"/>
              </a:xfrm>
              <a:custGeom>
                <a:avLst/>
                <a:gdLst/>
                <a:ahLst/>
                <a:cxnLst/>
                <a:rect l="l" t="t" r="r" b="b"/>
                <a:pathLst>
                  <a:path w="957579" h="128269">
                    <a:moveTo>
                      <a:pt x="0" y="0"/>
                    </a:moveTo>
                    <a:lnTo>
                      <a:pt x="957453" y="128270"/>
                    </a:lnTo>
                  </a:path>
                </a:pathLst>
              </a:custGeom>
              <a:ln w="19811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72" name="object 76">
              <a:extLst>
                <a:ext uri="{FF2B5EF4-FFF2-40B4-BE49-F238E27FC236}">
                  <a16:creationId xmlns:a16="http://schemas.microsoft.com/office/drawing/2014/main" id="{9EA40844-EA16-4E50-9625-D8F410944FAD}"/>
                </a:ext>
              </a:extLst>
            </p:cNvPr>
            <p:cNvSpPr txBox="1"/>
            <p:nvPr/>
          </p:nvSpPr>
          <p:spPr>
            <a:xfrm>
              <a:off x="1177239" y="2470150"/>
              <a:ext cx="619760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All</a:t>
              </a:r>
              <a:r>
                <a:rPr sz="1400" spc="-35" dirty="0">
                  <a:latin typeface="Arial MT"/>
                  <a:cs typeface="Arial MT"/>
                </a:rPr>
                <a:t> </a:t>
              </a:r>
              <a:r>
                <a:rPr sz="1400" spc="-25" dirty="0">
                  <a:latin typeface="Arial MT"/>
                  <a:cs typeface="Arial MT"/>
                </a:rPr>
                <a:t>OBs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73" name="object 77">
              <a:extLst>
                <a:ext uri="{FF2B5EF4-FFF2-40B4-BE49-F238E27FC236}">
                  <a16:creationId xmlns:a16="http://schemas.microsoft.com/office/drawing/2014/main" id="{9455754D-CEFE-459E-B7F0-73A2F0EF2256}"/>
                </a:ext>
              </a:extLst>
            </p:cNvPr>
            <p:cNvSpPr/>
            <p:nvPr/>
          </p:nvSpPr>
          <p:spPr>
            <a:xfrm>
              <a:off x="1099566" y="2917698"/>
              <a:ext cx="2673350" cy="288290"/>
            </a:xfrm>
            <a:custGeom>
              <a:avLst/>
              <a:gdLst/>
              <a:ahLst/>
              <a:cxnLst/>
              <a:rect l="l" t="t" r="r" b="b"/>
              <a:pathLst>
                <a:path w="2673350" h="288289">
                  <a:moveTo>
                    <a:pt x="26730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2673096" y="288036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4" name="object 78">
              <a:extLst>
                <a:ext uri="{FF2B5EF4-FFF2-40B4-BE49-F238E27FC236}">
                  <a16:creationId xmlns:a16="http://schemas.microsoft.com/office/drawing/2014/main" id="{049F1646-CFE1-4D07-AADA-4CCA6FCAB43C}"/>
                </a:ext>
              </a:extLst>
            </p:cNvPr>
            <p:cNvGrpSpPr/>
            <p:nvPr/>
          </p:nvGrpSpPr>
          <p:grpSpPr>
            <a:xfrm>
              <a:off x="3829303" y="2917698"/>
              <a:ext cx="977265" cy="335915"/>
              <a:chOff x="3829303" y="2917698"/>
              <a:chExt cx="977265" cy="335915"/>
            </a:xfrm>
          </p:grpSpPr>
          <p:sp>
            <p:nvSpPr>
              <p:cNvPr id="175" name="object 79">
                <a:extLst>
                  <a:ext uri="{FF2B5EF4-FFF2-40B4-BE49-F238E27FC236}">
                    <a16:creationId xmlns:a16="http://schemas.microsoft.com/office/drawing/2014/main" id="{F6FE5BA9-3F04-46B8-BA7E-8D8F8EFD6529}"/>
                  </a:ext>
                </a:extLst>
              </p:cNvPr>
              <p:cNvSpPr/>
              <p:nvPr/>
            </p:nvSpPr>
            <p:spPr>
              <a:xfrm>
                <a:off x="3839209" y="2917698"/>
                <a:ext cx="0" cy="288290"/>
              </a:xfrm>
              <a:custGeom>
                <a:avLst/>
                <a:gdLst/>
                <a:ahLst/>
                <a:cxnLst/>
                <a:rect l="l" t="t" r="r" b="b"/>
                <a:pathLst>
                  <a:path h="288289">
                    <a:moveTo>
                      <a:pt x="0" y="0"/>
                    </a:moveTo>
                    <a:lnTo>
                      <a:pt x="0" y="288036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6" name="object 80">
                <a:extLst>
                  <a:ext uri="{FF2B5EF4-FFF2-40B4-BE49-F238E27FC236}">
                    <a16:creationId xmlns:a16="http://schemas.microsoft.com/office/drawing/2014/main" id="{2BE2A3FE-9E4E-49D7-A396-C1D26C3A8F6B}"/>
                  </a:ext>
                </a:extLst>
              </p:cNvPr>
              <p:cNvSpPr/>
              <p:nvPr/>
            </p:nvSpPr>
            <p:spPr>
              <a:xfrm>
                <a:off x="3839209" y="3115437"/>
                <a:ext cx="957580" cy="128270"/>
              </a:xfrm>
              <a:custGeom>
                <a:avLst/>
                <a:gdLst/>
                <a:ahLst/>
                <a:cxnLst/>
                <a:rect l="l" t="t" r="r" b="b"/>
                <a:pathLst>
                  <a:path w="957579" h="128269">
                    <a:moveTo>
                      <a:pt x="0" y="0"/>
                    </a:moveTo>
                    <a:lnTo>
                      <a:pt x="957453" y="128270"/>
                    </a:lnTo>
                  </a:path>
                </a:pathLst>
              </a:custGeom>
              <a:ln w="19811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77" name="object 81">
              <a:extLst>
                <a:ext uri="{FF2B5EF4-FFF2-40B4-BE49-F238E27FC236}">
                  <a16:creationId xmlns:a16="http://schemas.microsoft.com/office/drawing/2014/main" id="{64119E8B-60BB-4055-8F6F-DB20E3F02BFE}"/>
                </a:ext>
              </a:extLst>
            </p:cNvPr>
            <p:cNvSpPr txBox="1"/>
            <p:nvPr/>
          </p:nvSpPr>
          <p:spPr>
            <a:xfrm>
              <a:off x="1177239" y="2944495"/>
              <a:ext cx="1361440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GSC</a:t>
              </a:r>
              <a:r>
                <a:rPr sz="1400" spc="-2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data</a:t>
              </a:r>
              <a:r>
                <a:rPr sz="1400" spc="-20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blocks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78" name="object 82">
              <a:extLst>
                <a:ext uri="{FF2B5EF4-FFF2-40B4-BE49-F238E27FC236}">
                  <a16:creationId xmlns:a16="http://schemas.microsoft.com/office/drawing/2014/main" id="{C4CE1471-C57E-4CAB-B4D2-FC752EB7C5BA}"/>
                </a:ext>
              </a:extLst>
            </p:cNvPr>
            <p:cNvSpPr/>
            <p:nvPr/>
          </p:nvSpPr>
          <p:spPr>
            <a:xfrm>
              <a:off x="1099566" y="3391661"/>
              <a:ext cx="2673350" cy="289560"/>
            </a:xfrm>
            <a:custGeom>
              <a:avLst/>
              <a:gdLst/>
              <a:ahLst/>
              <a:cxnLst/>
              <a:rect l="l" t="t" r="r" b="b"/>
              <a:pathLst>
                <a:path w="2673350" h="289560">
                  <a:moveTo>
                    <a:pt x="2673096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2673096" y="289560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9" name="object 83">
              <a:extLst>
                <a:ext uri="{FF2B5EF4-FFF2-40B4-BE49-F238E27FC236}">
                  <a16:creationId xmlns:a16="http://schemas.microsoft.com/office/drawing/2014/main" id="{2E1408F5-E21B-4026-A19D-44788784A411}"/>
                </a:ext>
              </a:extLst>
            </p:cNvPr>
            <p:cNvGrpSpPr/>
            <p:nvPr/>
          </p:nvGrpSpPr>
          <p:grpSpPr>
            <a:xfrm>
              <a:off x="3829303" y="3391661"/>
              <a:ext cx="1034415" cy="289560"/>
              <a:chOff x="3829303" y="3391661"/>
              <a:chExt cx="1034415" cy="289560"/>
            </a:xfrm>
          </p:grpSpPr>
          <p:sp>
            <p:nvSpPr>
              <p:cNvPr id="180" name="object 84">
                <a:extLst>
                  <a:ext uri="{FF2B5EF4-FFF2-40B4-BE49-F238E27FC236}">
                    <a16:creationId xmlns:a16="http://schemas.microsoft.com/office/drawing/2014/main" id="{382443C7-ACC5-4D4B-9285-FB2E4C47D3E7}"/>
                  </a:ext>
                </a:extLst>
              </p:cNvPr>
              <p:cNvSpPr/>
              <p:nvPr/>
            </p:nvSpPr>
            <p:spPr>
              <a:xfrm>
                <a:off x="3839209" y="3391661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60">
                    <a:moveTo>
                      <a:pt x="0" y="0"/>
                    </a:moveTo>
                    <a:lnTo>
                      <a:pt x="0" y="28956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1" name="object 85">
                <a:extLst>
                  <a:ext uri="{FF2B5EF4-FFF2-40B4-BE49-F238E27FC236}">
                    <a16:creationId xmlns:a16="http://schemas.microsoft.com/office/drawing/2014/main" id="{FAA5510B-6107-4EE1-B47C-B18DB757AD7B}"/>
                  </a:ext>
                </a:extLst>
              </p:cNvPr>
              <p:cNvSpPr/>
              <p:nvPr/>
            </p:nvSpPr>
            <p:spPr>
              <a:xfrm>
                <a:off x="3839209" y="3590543"/>
                <a:ext cx="1014730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1014729" h="13335">
                    <a:moveTo>
                      <a:pt x="0" y="0"/>
                    </a:moveTo>
                    <a:lnTo>
                      <a:pt x="1014603" y="13208"/>
                    </a:lnTo>
                  </a:path>
                </a:pathLst>
              </a:custGeom>
              <a:ln w="19811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2" name="object 86">
              <a:extLst>
                <a:ext uri="{FF2B5EF4-FFF2-40B4-BE49-F238E27FC236}">
                  <a16:creationId xmlns:a16="http://schemas.microsoft.com/office/drawing/2014/main" id="{44FD6960-3506-49C0-A0D7-EE23C10E1CA9}"/>
                </a:ext>
              </a:extLst>
            </p:cNvPr>
            <p:cNvSpPr txBox="1"/>
            <p:nvPr/>
          </p:nvSpPr>
          <p:spPr>
            <a:xfrm>
              <a:off x="1177239" y="3418713"/>
              <a:ext cx="1920239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latin typeface="Arial MT"/>
                  <a:cs typeface="Arial MT"/>
                </a:rPr>
                <a:t>GSC</a:t>
              </a:r>
              <a:r>
                <a:rPr sz="1400" spc="-2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message</a:t>
              </a:r>
              <a:r>
                <a:rPr sz="1400" spc="-3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lists</a:t>
              </a:r>
              <a:r>
                <a:rPr sz="1400" spc="-35" dirty="0">
                  <a:latin typeface="Arial MT"/>
                  <a:cs typeface="Arial MT"/>
                </a:rPr>
                <a:t> </a:t>
              </a:r>
              <a:r>
                <a:rPr sz="1400" spc="-25" dirty="0">
                  <a:latin typeface="Arial MT"/>
                  <a:cs typeface="Arial MT"/>
                </a:rPr>
                <a:t>DBs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83" name="object 87">
              <a:extLst>
                <a:ext uri="{FF2B5EF4-FFF2-40B4-BE49-F238E27FC236}">
                  <a16:creationId xmlns:a16="http://schemas.microsoft.com/office/drawing/2014/main" id="{D6DB9C7F-7DC9-4E5D-883C-51D577F28175}"/>
                </a:ext>
              </a:extLst>
            </p:cNvPr>
            <p:cNvSpPr/>
            <p:nvPr/>
          </p:nvSpPr>
          <p:spPr>
            <a:xfrm>
              <a:off x="1099566" y="3888485"/>
              <a:ext cx="2673350" cy="289560"/>
            </a:xfrm>
            <a:custGeom>
              <a:avLst/>
              <a:gdLst/>
              <a:ahLst/>
              <a:cxnLst/>
              <a:rect l="l" t="t" r="r" b="b"/>
              <a:pathLst>
                <a:path w="2673350" h="289560">
                  <a:moveTo>
                    <a:pt x="2673096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2673096" y="289560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4" name="object 88">
              <a:extLst>
                <a:ext uri="{FF2B5EF4-FFF2-40B4-BE49-F238E27FC236}">
                  <a16:creationId xmlns:a16="http://schemas.microsoft.com/office/drawing/2014/main" id="{29A13C06-6B31-4181-A233-121DE12DAB59}"/>
                </a:ext>
              </a:extLst>
            </p:cNvPr>
            <p:cNvGrpSpPr/>
            <p:nvPr/>
          </p:nvGrpSpPr>
          <p:grpSpPr>
            <a:xfrm>
              <a:off x="3829303" y="3888485"/>
              <a:ext cx="942340" cy="289560"/>
              <a:chOff x="3829303" y="3888485"/>
              <a:chExt cx="942340" cy="289560"/>
            </a:xfrm>
          </p:grpSpPr>
          <p:sp>
            <p:nvSpPr>
              <p:cNvPr id="185" name="object 89">
                <a:extLst>
                  <a:ext uri="{FF2B5EF4-FFF2-40B4-BE49-F238E27FC236}">
                    <a16:creationId xmlns:a16="http://schemas.microsoft.com/office/drawing/2014/main" id="{E0787AE9-828B-4CDF-BD27-09E29862FAF1}"/>
                  </a:ext>
                </a:extLst>
              </p:cNvPr>
              <p:cNvSpPr/>
              <p:nvPr/>
            </p:nvSpPr>
            <p:spPr>
              <a:xfrm>
                <a:off x="3839209" y="3888485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60">
                    <a:moveTo>
                      <a:pt x="0" y="0"/>
                    </a:moveTo>
                    <a:lnTo>
                      <a:pt x="0" y="28956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6" name="object 90">
                <a:extLst>
                  <a:ext uri="{FF2B5EF4-FFF2-40B4-BE49-F238E27FC236}">
                    <a16:creationId xmlns:a16="http://schemas.microsoft.com/office/drawing/2014/main" id="{DF951B9E-E775-46D5-816A-C6068C0535D1}"/>
                  </a:ext>
                </a:extLst>
              </p:cNvPr>
              <p:cNvSpPr/>
              <p:nvPr/>
            </p:nvSpPr>
            <p:spPr>
              <a:xfrm>
                <a:off x="3839209" y="4075302"/>
                <a:ext cx="922655" cy="12065"/>
              </a:xfrm>
              <a:custGeom>
                <a:avLst/>
                <a:gdLst/>
                <a:ahLst/>
                <a:cxnLst/>
                <a:rect l="l" t="t" r="r" b="b"/>
                <a:pathLst>
                  <a:path w="922654" h="12064">
                    <a:moveTo>
                      <a:pt x="0" y="12065"/>
                    </a:moveTo>
                    <a:lnTo>
                      <a:pt x="922274" y="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7" name="object 91">
              <a:extLst>
                <a:ext uri="{FF2B5EF4-FFF2-40B4-BE49-F238E27FC236}">
                  <a16:creationId xmlns:a16="http://schemas.microsoft.com/office/drawing/2014/main" id="{ED07D81F-209C-4A1B-BF7C-003220B378A1}"/>
                </a:ext>
              </a:extLst>
            </p:cNvPr>
            <p:cNvSpPr txBox="1"/>
            <p:nvPr/>
          </p:nvSpPr>
          <p:spPr>
            <a:xfrm>
              <a:off x="1177239" y="3915917"/>
              <a:ext cx="175260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latin typeface="Arial MT"/>
                  <a:cs typeface="Arial MT"/>
                </a:rPr>
                <a:t>GSC</a:t>
              </a:r>
              <a:r>
                <a:rPr sz="1400" spc="-1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program</a:t>
              </a:r>
              <a:r>
                <a:rPr sz="1400" spc="-40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module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88" name="object 92">
              <a:extLst>
                <a:ext uri="{FF2B5EF4-FFF2-40B4-BE49-F238E27FC236}">
                  <a16:creationId xmlns:a16="http://schemas.microsoft.com/office/drawing/2014/main" id="{EA19D59E-AA53-46D7-9054-4EBCA2C30B1E}"/>
                </a:ext>
              </a:extLst>
            </p:cNvPr>
            <p:cNvSpPr/>
            <p:nvPr/>
          </p:nvSpPr>
          <p:spPr>
            <a:xfrm>
              <a:off x="747522" y="4677917"/>
              <a:ext cx="3016250" cy="289560"/>
            </a:xfrm>
            <a:custGeom>
              <a:avLst/>
              <a:gdLst/>
              <a:ahLst/>
              <a:cxnLst/>
              <a:rect l="l" t="t" r="r" b="b"/>
              <a:pathLst>
                <a:path w="3016250" h="289560">
                  <a:moveTo>
                    <a:pt x="3015995" y="0"/>
                  </a:moveTo>
                  <a:lnTo>
                    <a:pt x="0" y="0"/>
                  </a:lnTo>
                  <a:lnTo>
                    <a:pt x="0" y="289560"/>
                  </a:lnTo>
                  <a:lnTo>
                    <a:pt x="3015995" y="289560"/>
                  </a:lnTo>
                  <a:lnTo>
                    <a:pt x="3015995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9" name="object 93">
              <a:extLst>
                <a:ext uri="{FF2B5EF4-FFF2-40B4-BE49-F238E27FC236}">
                  <a16:creationId xmlns:a16="http://schemas.microsoft.com/office/drawing/2014/main" id="{366734D0-FAEF-42AD-8BAA-43B7677BE806}"/>
                </a:ext>
              </a:extLst>
            </p:cNvPr>
            <p:cNvGrpSpPr/>
            <p:nvPr/>
          </p:nvGrpSpPr>
          <p:grpSpPr>
            <a:xfrm>
              <a:off x="3827653" y="4677917"/>
              <a:ext cx="986155" cy="998219"/>
              <a:chOff x="3827653" y="4677917"/>
              <a:chExt cx="986155" cy="998219"/>
            </a:xfrm>
          </p:grpSpPr>
          <p:sp>
            <p:nvSpPr>
              <p:cNvPr id="190" name="object 94">
                <a:extLst>
                  <a:ext uri="{FF2B5EF4-FFF2-40B4-BE49-F238E27FC236}">
                    <a16:creationId xmlns:a16="http://schemas.microsoft.com/office/drawing/2014/main" id="{3F130A6D-BFA4-4EEE-8C40-3B1B434B79EA}"/>
                  </a:ext>
                </a:extLst>
              </p:cNvPr>
              <p:cNvSpPr/>
              <p:nvPr/>
            </p:nvSpPr>
            <p:spPr>
              <a:xfrm>
                <a:off x="3838575" y="4677917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60">
                    <a:moveTo>
                      <a:pt x="0" y="0"/>
                    </a:moveTo>
                    <a:lnTo>
                      <a:pt x="0" y="289559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1" name="object 95">
                <a:extLst>
                  <a:ext uri="{FF2B5EF4-FFF2-40B4-BE49-F238E27FC236}">
                    <a16:creationId xmlns:a16="http://schemas.microsoft.com/office/drawing/2014/main" id="{812ACE85-138C-4848-977B-60724994CA7D}"/>
                  </a:ext>
                </a:extLst>
              </p:cNvPr>
              <p:cNvSpPr/>
              <p:nvPr/>
            </p:nvSpPr>
            <p:spPr>
              <a:xfrm>
                <a:off x="3838575" y="4876799"/>
                <a:ext cx="96202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962025" h="252729">
                    <a:moveTo>
                      <a:pt x="0" y="0"/>
                    </a:moveTo>
                    <a:lnTo>
                      <a:pt x="961516" y="252222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2" name="object 96">
                <a:extLst>
                  <a:ext uri="{FF2B5EF4-FFF2-40B4-BE49-F238E27FC236}">
                    <a16:creationId xmlns:a16="http://schemas.microsoft.com/office/drawing/2014/main" id="{A61838FF-0B98-4A2A-8F91-4E10F6127D6E}"/>
                  </a:ext>
                </a:extLst>
              </p:cNvPr>
              <p:cNvSpPr/>
              <p:nvPr/>
            </p:nvSpPr>
            <p:spPr>
              <a:xfrm>
                <a:off x="3837559" y="5176265"/>
                <a:ext cx="0" cy="500380"/>
              </a:xfrm>
              <a:custGeom>
                <a:avLst/>
                <a:gdLst/>
                <a:ahLst/>
                <a:cxnLst/>
                <a:rect l="l" t="t" r="r" b="b"/>
                <a:pathLst>
                  <a:path h="500379">
                    <a:moveTo>
                      <a:pt x="0" y="0"/>
                    </a:moveTo>
                    <a:lnTo>
                      <a:pt x="0" y="499871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3" name="object 97">
                <a:extLst>
                  <a:ext uri="{FF2B5EF4-FFF2-40B4-BE49-F238E27FC236}">
                    <a16:creationId xmlns:a16="http://schemas.microsoft.com/office/drawing/2014/main" id="{28DD96C3-F567-4EB0-A986-D330C2EC1E8C}"/>
                  </a:ext>
                </a:extLst>
              </p:cNvPr>
              <p:cNvSpPr/>
              <p:nvPr/>
            </p:nvSpPr>
            <p:spPr>
              <a:xfrm>
                <a:off x="3837559" y="5519546"/>
                <a:ext cx="966469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966470" h="17145">
                    <a:moveTo>
                      <a:pt x="0" y="0"/>
                    </a:moveTo>
                    <a:lnTo>
                      <a:pt x="966216" y="1689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94" name="object 98">
              <a:extLst>
                <a:ext uri="{FF2B5EF4-FFF2-40B4-BE49-F238E27FC236}">
                  <a16:creationId xmlns:a16="http://schemas.microsoft.com/office/drawing/2014/main" id="{F658E54D-0787-42E3-9A6D-F6AB5DB5F085}"/>
                </a:ext>
              </a:extLst>
            </p:cNvPr>
            <p:cNvSpPr txBox="1"/>
            <p:nvPr/>
          </p:nvSpPr>
          <p:spPr>
            <a:xfrm>
              <a:off x="826109" y="4705350"/>
              <a:ext cx="230378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spc="-10" dirty="0">
                  <a:latin typeface="Arial MT"/>
                  <a:cs typeface="Arial MT"/>
                </a:rPr>
                <a:t>User-</a:t>
              </a:r>
              <a:r>
                <a:rPr sz="1400" dirty="0">
                  <a:latin typeface="Arial MT"/>
                  <a:cs typeface="Arial MT"/>
                </a:rPr>
                <a:t>defined</a:t>
              </a:r>
              <a:r>
                <a:rPr sz="1400" spc="-4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PLC</a:t>
              </a:r>
              <a:r>
                <a:rPr sz="1400" spc="-1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data</a:t>
              </a:r>
              <a:r>
                <a:rPr sz="1400" spc="-15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types</a:t>
              </a:r>
              <a:endParaRPr sz="1400">
                <a:latin typeface="Arial MT"/>
                <a:cs typeface="Arial MT"/>
              </a:endParaRPr>
            </a:p>
          </p:txBody>
        </p:sp>
        <p:sp>
          <p:nvSpPr>
            <p:cNvPr id="195" name="object 99">
              <a:extLst>
                <a:ext uri="{FF2B5EF4-FFF2-40B4-BE49-F238E27FC236}">
                  <a16:creationId xmlns:a16="http://schemas.microsoft.com/office/drawing/2014/main" id="{48B018DB-7813-48BD-91E5-5647749B5487}"/>
                </a:ext>
              </a:extLst>
            </p:cNvPr>
            <p:cNvSpPr/>
            <p:nvPr/>
          </p:nvSpPr>
          <p:spPr>
            <a:xfrm>
              <a:off x="1162050" y="5176265"/>
              <a:ext cx="2611120" cy="500380"/>
            </a:xfrm>
            <a:custGeom>
              <a:avLst/>
              <a:gdLst/>
              <a:ahLst/>
              <a:cxnLst/>
              <a:rect l="l" t="t" r="r" b="b"/>
              <a:pathLst>
                <a:path w="2611120" h="500379">
                  <a:moveTo>
                    <a:pt x="2610612" y="0"/>
                  </a:moveTo>
                  <a:lnTo>
                    <a:pt x="0" y="0"/>
                  </a:lnTo>
                  <a:lnTo>
                    <a:pt x="0" y="499872"/>
                  </a:lnTo>
                  <a:lnTo>
                    <a:pt x="2610612" y="499872"/>
                  </a:lnTo>
                  <a:lnTo>
                    <a:pt x="2610612" y="0"/>
                  </a:lnTo>
                  <a:close/>
                </a:path>
              </a:pathLst>
            </a:custGeom>
            <a:solidFill>
              <a:srgbClr val="DEE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00">
              <a:extLst>
                <a:ext uri="{FF2B5EF4-FFF2-40B4-BE49-F238E27FC236}">
                  <a16:creationId xmlns:a16="http://schemas.microsoft.com/office/drawing/2014/main" id="{6F70B311-8503-4A1A-BC09-A60807855FFE}"/>
                </a:ext>
              </a:extLst>
            </p:cNvPr>
            <p:cNvSpPr txBox="1"/>
            <p:nvPr/>
          </p:nvSpPr>
          <p:spPr>
            <a:xfrm>
              <a:off x="1239418" y="5203952"/>
              <a:ext cx="1525905" cy="452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1400" spc="-10" dirty="0">
                  <a:latin typeface="Arial MT"/>
                  <a:cs typeface="Arial MT"/>
                </a:rPr>
                <a:t>User-</a:t>
              </a:r>
              <a:r>
                <a:rPr sz="1400" dirty="0">
                  <a:latin typeface="Arial MT"/>
                  <a:cs typeface="Arial MT"/>
                </a:rPr>
                <a:t>defined</a:t>
              </a:r>
              <a:r>
                <a:rPr sz="1400" spc="-15" dirty="0">
                  <a:latin typeface="Arial MT"/>
                  <a:cs typeface="Arial MT"/>
                </a:rPr>
                <a:t> </a:t>
              </a:r>
              <a:r>
                <a:rPr sz="1400" spc="-20" dirty="0">
                  <a:latin typeface="Arial MT"/>
                  <a:cs typeface="Arial MT"/>
                </a:rPr>
                <a:t>typed </a:t>
              </a:r>
              <a:r>
                <a:rPr sz="1400" dirty="0">
                  <a:latin typeface="Arial MT"/>
                  <a:cs typeface="Arial MT"/>
                </a:rPr>
                <a:t>PLC</a:t>
              </a:r>
              <a:r>
                <a:rPr sz="1400" spc="-15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data</a:t>
              </a:r>
              <a:r>
                <a:rPr sz="1400" spc="-20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types</a:t>
              </a:r>
              <a:endParaRPr sz="1400">
                <a:latin typeface="Arial MT"/>
                <a:cs typeface="Arial MT"/>
              </a:endParaRPr>
            </a:p>
          </p:txBody>
        </p:sp>
        <p:grpSp>
          <p:nvGrpSpPr>
            <p:cNvPr id="197" name="object 101">
              <a:extLst>
                <a:ext uri="{FF2B5EF4-FFF2-40B4-BE49-F238E27FC236}">
                  <a16:creationId xmlns:a16="http://schemas.microsoft.com/office/drawing/2014/main" id="{268DD725-1E46-40DF-B13B-98238A73EC0F}"/>
                </a:ext>
              </a:extLst>
            </p:cNvPr>
            <p:cNvGrpSpPr/>
            <p:nvPr/>
          </p:nvGrpSpPr>
          <p:grpSpPr>
            <a:xfrm>
              <a:off x="2097785" y="5862065"/>
              <a:ext cx="2753995" cy="554990"/>
              <a:chOff x="2097785" y="5862065"/>
              <a:chExt cx="2753995" cy="554990"/>
            </a:xfrm>
          </p:grpSpPr>
          <p:sp>
            <p:nvSpPr>
              <p:cNvPr id="198" name="object 102">
                <a:extLst>
                  <a:ext uri="{FF2B5EF4-FFF2-40B4-BE49-F238E27FC236}">
                    <a16:creationId xmlns:a16="http://schemas.microsoft.com/office/drawing/2014/main" id="{52322CFC-5CE1-4D1D-8E24-B60BD66F02B0}"/>
                  </a:ext>
                </a:extLst>
              </p:cNvPr>
              <p:cNvSpPr/>
              <p:nvPr/>
            </p:nvSpPr>
            <p:spPr>
              <a:xfrm>
                <a:off x="2097785" y="5862065"/>
                <a:ext cx="1705610" cy="554990"/>
              </a:xfrm>
              <a:custGeom>
                <a:avLst/>
                <a:gdLst/>
                <a:ahLst/>
                <a:cxnLst/>
                <a:rect l="l" t="t" r="r" b="b"/>
                <a:pathLst>
                  <a:path w="1705610" h="554989">
                    <a:moveTo>
                      <a:pt x="1705356" y="0"/>
                    </a:moveTo>
                    <a:lnTo>
                      <a:pt x="0" y="0"/>
                    </a:lnTo>
                    <a:lnTo>
                      <a:pt x="0" y="554736"/>
                    </a:lnTo>
                    <a:lnTo>
                      <a:pt x="1705356" y="554736"/>
                    </a:lnTo>
                    <a:lnTo>
                      <a:pt x="1705356" y="0"/>
                    </a:lnTo>
                    <a:close/>
                  </a:path>
                </a:pathLst>
              </a:custGeom>
              <a:solidFill>
                <a:srgbClr val="DEE4E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9" name="object 103">
                <a:extLst>
                  <a:ext uri="{FF2B5EF4-FFF2-40B4-BE49-F238E27FC236}">
                    <a16:creationId xmlns:a16="http://schemas.microsoft.com/office/drawing/2014/main" id="{919CFF32-A7B0-4FD5-BA97-FEE04DDA73FD}"/>
                  </a:ext>
                </a:extLst>
              </p:cNvPr>
              <p:cNvSpPr/>
              <p:nvPr/>
            </p:nvSpPr>
            <p:spPr>
              <a:xfrm>
                <a:off x="3845559" y="5862065"/>
                <a:ext cx="0" cy="554990"/>
              </a:xfrm>
              <a:custGeom>
                <a:avLst/>
                <a:gdLst/>
                <a:ahLst/>
                <a:cxnLst/>
                <a:rect l="l" t="t" r="r" b="b"/>
                <a:pathLst>
                  <a:path h="554989">
                    <a:moveTo>
                      <a:pt x="0" y="0"/>
                    </a:moveTo>
                    <a:lnTo>
                      <a:pt x="0" y="554736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0" name="object 104">
                <a:extLst>
                  <a:ext uri="{FF2B5EF4-FFF2-40B4-BE49-F238E27FC236}">
                    <a16:creationId xmlns:a16="http://schemas.microsoft.com/office/drawing/2014/main" id="{27E2885E-22DF-4EAF-A83E-8B64DD436E93}"/>
                  </a:ext>
                </a:extLst>
              </p:cNvPr>
              <p:cNvSpPr/>
              <p:nvPr/>
            </p:nvSpPr>
            <p:spPr>
              <a:xfrm>
                <a:off x="3845559" y="5992977"/>
                <a:ext cx="996315" cy="250190"/>
              </a:xfrm>
              <a:custGeom>
                <a:avLst/>
                <a:gdLst/>
                <a:ahLst/>
                <a:cxnLst/>
                <a:rect l="l" t="t" r="r" b="b"/>
                <a:pathLst>
                  <a:path w="996314" h="250189">
                    <a:moveTo>
                      <a:pt x="0" y="249999"/>
                    </a:moveTo>
                    <a:lnTo>
                      <a:pt x="995807" y="0"/>
                    </a:lnTo>
                  </a:path>
                </a:pathLst>
              </a:custGeom>
              <a:ln w="19812">
                <a:solidFill>
                  <a:srgbClr val="03586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1" name="object 105">
              <a:extLst>
                <a:ext uri="{FF2B5EF4-FFF2-40B4-BE49-F238E27FC236}">
                  <a16:creationId xmlns:a16="http://schemas.microsoft.com/office/drawing/2014/main" id="{68DCB1BF-C733-44FA-B902-5B664D2472BF}"/>
                </a:ext>
              </a:extLst>
            </p:cNvPr>
            <p:cNvSpPr txBox="1"/>
            <p:nvPr/>
          </p:nvSpPr>
          <p:spPr>
            <a:xfrm>
              <a:off x="2175764" y="5890361"/>
              <a:ext cx="1289685" cy="4527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0"/>
                </a:spcBef>
              </a:pPr>
              <a:r>
                <a:rPr sz="1400" dirty="0">
                  <a:latin typeface="Arial MT"/>
                  <a:cs typeface="Arial MT"/>
                </a:rPr>
                <a:t>GSC</a:t>
              </a:r>
              <a:r>
                <a:rPr sz="1400" spc="-30" dirty="0">
                  <a:latin typeface="Arial MT"/>
                  <a:cs typeface="Arial MT"/>
                </a:rPr>
                <a:t> </a:t>
              </a:r>
              <a:r>
                <a:rPr sz="1400" dirty="0">
                  <a:latin typeface="Arial MT"/>
                  <a:cs typeface="Arial MT"/>
                </a:rPr>
                <a:t>typed</a:t>
              </a:r>
              <a:r>
                <a:rPr sz="1400" spc="-25" dirty="0">
                  <a:latin typeface="Arial MT"/>
                  <a:cs typeface="Arial MT"/>
                </a:rPr>
                <a:t> PLC </a:t>
              </a:r>
              <a:r>
                <a:rPr sz="1400" dirty="0">
                  <a:latin typeface="Arial MT"/>
                  <a:cs typeface="Arial MT"/>
                </a:rPr>
                <a:t>data</a:t>
              </a:r>
              <a:r>
                <a:rPr sz="1400" spc="-30" dirty="0">
                  <a:latin typeface="Arial MT"/>
                  <a:cs typeface="Arial MT"/>
                </a:rPr>
                <a:t> </a:t>
              </a:r>
              <a:r>
                <a:rPr sz="1400" spc="-10" dirty="0">
                  <a:latin typeface="Arial MT"/>
                  <a:cs typeface="Arial MT"/>
                </a:rPr>
                <a:t>types</a:t>
              </a:r>
              <a:endParaRPr sz="1400">
                <a:latin typeface="Arial MT"/>
                <a:cs typeface="Arial MT"/>
              </a:endParaRPr>
            </a:p>
          </p:txBody>
        </p: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7FC552E6-05E2-4A75-90BD-E1057E3E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453" y="1089272"/>
            <a:ext cx="4855134" cy="521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2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04884-481D-442B-910B-EE994CFBB096}"/>
              </a:ext>
            </a:extLst>
          </p:cNvPr>
          <p:cNvSpPr txBox="1"/>
          <p:nvPr/>
        </p:nvSpPr>
        <p:spPr>
          <a:xfrm>
            <a:off x="462277" y="1819010"/>
            <a:ext cx="61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Each different station or FT has a Main_Block (for example: ST010_FB). Main block will call component blocks such as FX1, FX2, IR, OP, SD,.....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2C604-F0D0-4EA4-A186-B96025AC5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85" y="2742340"/>
            <a:ext cx="3377577" cy="3957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764852-AD42-4861-8A33-0BDFAC762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057" y="1138614"/>
            <a:ext cx="2695951" cy="13051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7DB592-70DE-494F-B123-31EFCF662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476" y="2724379"/>
            <a:ext cx="4925112" cy="25054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AC9D59-7D42-4D90-B6D0-37E9298148FC}"/>
              </a:ext>
            </a:extLst>
          </p:cNvPr>
          <p:cNvSpPr txBox="1"/>
          <p:nvPr/>
        </p:nvSpPr>
        <p:spPr>
          <a:xfrm>
            <a:off x="462277" y="965305"/>
            <a:ext cx="6111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Main_OB is the component block that contains the functional blocks of each station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6EB34-66EC-4AF5-95A2-7354B0E22375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21964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D7A85-C0B6-497D-A986-F1DB0A3FA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17" y="948035"/>
            <a:ext cx="3524742" cy="2791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A1E0E-692E-4936-B1BF-29CA1A3160A6}"/>
              </a:ext>
            </a:extLst>
          </p:cNvPr>
          <p:cNvSpPr txBox="1"/>
          <p:nvPr/>
        </p:nvSpPr>
        <p:spPr>
          <a:xfrm>
            <a:off x="335679" y="2265621"/>
            <a:ext cx="64237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 So there is the superimposed station ++ST000. Disturbances at this level affect the overall operating mode of the PLC. Faults in lower levels, such as in the ++ST010, only affect the operating mode area of the</a:t>
            </a:r>
            <a:r>
              <a:rPr lang="en-US" dirty="0"/>
              <a:t> </a:t>
            </a:r>
            <a:r>
              <a:rPr lang="vi-VN" dirty="0"/>
              <a:t>++ST010.</a:t>
            </a:r>
          </a:p>
          <a:p>
            <a:r>
              <a:rPr lang="vi-VN" dirty="0"/>
              <a:t> The concept of fault inheritance is also reflected for the selection of the areas on </a:t>
            </a:r>
          </a:p>
          <a:p>
            <a:r>
              <a:rPr lang="vi-VN" dirty="0"/>
              <a:t>the HMI for manual operation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C5F0F-199B-4010-B1D5-C6BD56F4DB66}"/>
              </a:ext>
            </a:extLst>
          </p:cNvPr>
          <p:cNvSpPr txBox="1"/>
          <p:nvPr/>
        </p:nvSpPr>
        <p:spPr>
          <a:xfrm>
            <a:off x="335679" y="948035"/>
            <a:ext cx="6111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ST000 is called the main structure including blocks such as: Media(Diagnosis of component devices), Mess(Notifications during operation and errors), OC(Main Panel of ST000), Safe, Type,. ....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DE1EE-231D-48AB-97FE-1C9E3688D700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D2866A-2BEC-4581-BA5B-2130EBE3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570" y="4364355"/>
            <a:ext cx="3677163" cy="19243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A97BFA-DA77-4402-8EDE-3F2805FF3501}"/>
              </a:ext>
            </a:extLst>
          </p:cNvPr>
          <p:cNvSpPr txBox="1"/>
          <p:nvPr/>
        </p:nvSpPr>
        <p:spPr>
          <a:xfrm>
            <a:off x="335989" y="4364355"/>
            <a:ext cx="6111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Different from the Sicar standard with fixtures or multi-sequence actuators, we will have 3 function blocks: FX0xx_FB (Main start), SEQxx_FB(automatic graph), RESEQxx_FB(Home position), with a complex structure using Functional blocks help the structure continue the cycle without needing to return to the beginning when there is a problem such as power outage, E-stop,...</a:t>
            </a:r>
          </a:p>
        </p:txBody>
      </p:sp>
    </p:spTree>
    <p:extLst>
      <p:ext uri="{BB962C8B-B14F-4D97-AF65-F5344CB8AC3E}">
        <p14:creationId xmlns:p14="http://schemas.microsoft.com/office/powerpoint/2010/main" val="99266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00E6-F34C-477E-A24B-D1D4743212C9}"/>
              </a:ext>
            </a:extLst>
          </p:cNvPr>
          <p:cNvSpPr txBox="1"/>
          <p:nvPr/>
        </p:nvSpPr>
        <p:spPr>
          <a:xfrm>
            <a:off x="462277" y="1196264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DATA BLOCKS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753D-24DA-4D1D-9404-B18308D01C6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2F9DA7-3045-45E5-BA15-4E68715FD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20910"/>
              </p:ext>
            </p:extLst>
          </p:nvPr>
        </p:nvGraphicFramePr>
        <p:xfrm>
          <a:off x="838200" y="1825625"/>
          <a:ext cx="11296506" cy="2102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560">
                  <a:extLst>
                    <a:ext uri="{9D8B030D-6E8A-4147-A177-3AD203B41FA5}">
                      <a16:colId xmlns:a16="http://schemas.microsoft.com/office/drawing/2014/main" val="3923189128"/>
                    </a:ext>
                  </a:extLst>
                </a:gridCol>
                <a:gridCol w="2863346">
                  <a:extLst>
                    <a:ext uri="{9D8B030D-6E8A-4147-A177-3AD203B41FA5}">
                      <a16:colId xmlns:a16="http://schemas.microsoft.com/office/drawing/2014/main" val="2208332212"/>
                    </a:ext>
                  </a:extLst>
                </a:gridCol>
                <a:gridCol w="5640600">
                  <a:extLst>
                    <a:ext uri="{9D8B030D-6E8A-4147-A177-3AD203B41FA5}">
                      <a16:colId xmlns:a16="http://schemas.microsoft.com/office/drawing/2014/main" val="7152927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building</a:t>
                      </a:r>
                      <a:r>
                        <a:rPr sz="1800" b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block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Theme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89722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MDS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MODE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operating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mode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information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668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SDB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FSDB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SEQ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data: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800" dirty="0">
                          <a:latin typeface="Arial MT"/>
                          <a:cs typeface="Arial MT"/>
                        </a:rPr>
                        <a:t>Connect standard blocks to graphs or related blocks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6249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IDB /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FIDB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INSTANCE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instance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800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UDB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FUDB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data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25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dirty="0">
                          <a:latin typeface="Arial MT"/>
                          <a:cs typeface="Arial MT"/>
                        </a:rPr>
                        <a:t>Disallowed or temporary variables need to be used as initialization markers in the UDB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C3D2DC"/>
                      </a:solidFill>
                      <a:prstDash val="solid"/>
                    </a:lnL>
                    <a:lnR w="9525">
                      <a:solidFill>
                        <a:srgbClr val="C3D2DC"/>
                      </a:solidFill>
                      <a:prstDash val="solid"/>
                    </a:lnR>
                    <a:lnT w="9525">
                      <a:solidFill>
                        <a:srgbClr val="C3D2DC"/>
                      </a:solidFill>
                      <a:prstDash val="solid"/>
                    </a:lnT>
                    <a:lnB w="9525">
                      <a:solidFill>
                        <a:srgbClr val="C3D2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789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87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8E4BF-BD3D-4A34-9800-93ADC0880865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DEF6C1-8A92-41F0-A7DD-0DAA446D1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3" y="2265367"/>
            <a:ext cx="6067841" cy="2762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06D280-359B-4DBD-AA7C-58113AEE7444}"/>
              </a:ext>
            </a:extLst>
          </p:cNvPr>
          <p:cNvSpPr txBox="1"/>
          <p:nvPr/>
        </p:nvSpPr>
        <p:spPr>
          <a:xfrm>
            <a:off x="6826505" y="2482104"/>
            <a:ext cx="5365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As mentioned in the report on the TKB program, system levels such as LINE, PLC, SG, FG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37ED7D-7D19-41A2-AA8A-DDA4C6A2634A}"/>
              </a:ext>
            </a:extLst>
          </p:cNvPr>
          <p:cNvSpPr txBox="1"/>
          <p:nvPr/>
        </p:nvSpPr>
        <p:spPr>
          <a:xfrm>
            <a:off x="6826505" y="3338270"/>
            <a:ext cx="6111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</a:t>
            </a:r>
            <a:r>
              <a:rPr lang="vi-VN" dirty="0"/>
              <a:t>ach ++ST0xx station is onegroup! An FG does notassigned to a groupautomatically through softwarestructure, but through clearlytasks in the programcode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DCC57-1836-41E5-A52D-7F4A8A9F3033}"/>
              </a:ext>
            </a:extLst>
          </p:cNvPr>
          <p:cNvSpPr txBox="1"/>
          <p:nvPr/>
        </p:nvSpPr>
        <p:spPr>
          <a:xfrm>
            <a:off x="1366935" y="5785592"/>
            <a:ext cx="6466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/>
              <a:t>We have the PLC level corresponding to ST000. All changes will be notified to Main_Sys_FB</a:t>
            </a:r>
            <a:endParaRPr lang="vi-V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827BF-B9BC-49FF-8583-392DB22C810D}"/>
              </a:ext>
            </a:extLst>
          </p:cNvPr>
          <p:cNvSpPr txBox="1"/>
          <p:nvPr/>
        </p:nvSpPr>
        <p:spPr>
          <a:xfrm>
            <a:off x="601825" y="1272539"/>
            <a:ext cx="6466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GROUPINGOFCOMPONENTS</a:t>
            </a:r>
          </a:p>
        </p:txBody>
      </p:sp>
    </p:spTree>
    <p:extLst>
      <p:ext uri="{BB962C8B-B14F-4D97-AF65-F5344CB8AC3E}">
        <p14:creationId xmlns:p14="http://schemas.microsoft.com/office/powerpoint/2010/main" val="171535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72B4F-60B3-432D-BD3D-DBFC603A00F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5F401-0B46-403F-97F9-68BEA53C0915}"/>
              </a:ext>
            </a:extLst>
          </p:cNvPr>
          <p:cNvSpPr txBox="1"/>
          <p:nvPr/>
        </p:nvSpPr>
        <p:spPr>
          <a:xfrm>
            <a:off x="462277" y="1263039"/>
            <a:ext cx="11121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There are components WITH and WITHOUT operating modes.  There are no operating mode ranges .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FBF3FBDE-D28F-44AC-B3C0-BCE95195F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489067"/>
              </p:ext>
            </p:extLst>
          </p:nvPr>
        </p:nvGraphicFramePr>
        <p:xfrm>
          <a:off x="462277" y="1792069"/>
          <a:ext cx="8689339" cy="265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component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Reference</a:t>
                      </a:r>
                      <a:r>
                        <a:rPr sz="1800" b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AKZ_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09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own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operating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mode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remark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  <a:solidFill>
                      <a:srgbClr val="6E9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Tool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FX001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TR001.FX001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_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robot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IR001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_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 marR="5378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protective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grille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door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++ST010+SD001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_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7780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worker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place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++ST010+WP001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_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A6C0CA"/>
                      </a:solidFill>
                      <a:prstDash val="solid"/>
                    </a:lnL>
                    <a:lnR w="9525">
                      <a:solidFill>
                        <a:srgbClr val="A6C0CA"/>
                      </a:solidFill>
                      <a:prstDash val="solid"/>
                    </a:lnR>
                    <a:lnT w="9525">
                      <a:solidFill>
                        <a:srgbClr val="A6C0CA"/>
                      </a:solidFill>
                      <a:prstDash val="solid"/>
                    </a:lnT>
                    <a:lnB w="9525">
                      <a:solidFill>
                        <a:srgbClr val="A6C0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4F7519F-C974-47C1-9C07-366A48A68C80}"/>
              </a:ext>
            </a:extLst>
          </p:cNvPr>
          <p:cNvSpPr txBox="1"/>
          <p:nvPr/>
        </p:nvSpPr>
        <p:spPr>
          <a:xfrm>
            <a:off x="462277" y="4677597"/>
            <a:ext cx="111211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 Each component with an operating mode has its own DB (MDB) for managing its specific data. </a:t>
            </a:r>
          </a:p>
          <a:p>
            <a:r>
              <a:rPr lang="vi-VN" dirty="0"/>
              <a:t>The MODE substructure manages all data relevant to the subject of operating modes .</a:t>
            </a:r>
          </a:p>
          <a:p>
            <a:r>
              <a:rPr lang="vi-VN" dirty="0">
                <a:solidFill>
                  <a:srgbClr val="FF0000"/>
                </a:solidFill>
              </a:rPr>
              <a:t> IN / OUT area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 Is intended for the communication of the component to its subordinate blocks.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The communication is intended exclusively for standard blocks .</a:t>
            </a:r>
          </a:p>
          <a:p>
            <a:r>
              <a:rPr lang="vi-VN" dirty="0">
                <a:solidFill>
                  <a:srgbClr val="FF0000"/>
                </a:solidFill>
              </a:rPr>
              <a:t>ONLY the OUT area may also be read in the user program</a:t>
            </a:r>
          </a:p>
        </p:txBody>
      </p:sp>
    </p:spTree>
    <p:extLst>
      <p:ext uri="{BB962C8B-B14F-4D97-AF65-F5344CB8AC3E}">
        <p14:creationId xmlns:p14="http://schemas.microsoft.com/office/powerpoint/2010/main" val="210145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2D764-4895-41D3-83E7-36B97867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72B4F-60B3-432D-BD3D-DBFC603A00F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6CE6B-3DB1-44A3-B7D4-9A67B293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19" y="940784"/>
            <a:ext cx="3494989" cy="5491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61D376-D454-430A-8763-A50A5AC6AE98}"/>
              </a:ext>
            </a:extLst>
          </p:cNvPr>
          <p:cNvSpPr txBox="1"/>
          <p:nvPr/>
        </p:nvSpPr>
        <p:spPr>
          <a:xfrm>
            <a:off x="757015" y="1459248"/>
            <a:ext cx="5322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In block ST010+FX001_MDB</a:t>
            </a:r>
          </a:p>
          <a:p>
            <a:r>
              <a:rPr lang="vi-VN" dirty="0"/>
              <a:t>Each component with an operating mode has its own DB (MDB) for managing its specific data.</a:t>
            </a:r>
          </a:p>
          <a:p>
            <a:r>
              <a:rPr lang="vi-VN" dirty="0"/>
              <a:t>The MODE substructure manages all data relevant to the subject of operating modes 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568FD0-0AED-488C-ACA4-D84A2F4E63A1}"/>
              </a:ext>
            </a:extLst>
          </p:cNvPr>
          <p:cNvSpPr/>
          <p:nvPr/>
        </p:nvSpPr>
        <p:spPr>
          <a:xfrm>
            <a:off x="7334019" y="1976442"/>
            <a:ext cx="3390389" cy="227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0C41CE-3384-449E-ABAB-E38C5F071AA9}"/>
              </a:ext>
            </a:extLst>
          </p:cNvPr>
          <p:cNvSpPr/>
          <p:nvPr/>
        </p:nvSpPr>
        <p:spPr>
          <a:xfrm>
            <a:off x="7286219" y="4338645"/>
            <a:ext cx="3390389" cy="2275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4104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03677-38FE-496F-B8BC-C4A8A5E5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559A4-3CC8-4ABC-9734-1C8B59DB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65" y="963396"/>
            <a:ext cx="2774304" cy="15315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3F9280-0572-4709-8EB5-B6C0DA70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920" y="795102"/>
            <a:ext cx="4271303" cy="1868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E899C1-8B4E-44A4-AB3E-E89532F32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65" y="2838412"/>
            <a:ext cx="4153480" cy="339137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CA3100-7038-4824-A7E3-C2EDEEFF32F2}"/>
              </a:ext>
            </a:extLst>
          </p:cNvPr>
          <p:cNvCxnSpPr>
            <a:cxnSpLocks/>
          </p:cNvCxnSpPr>
          <p:nvPr/>
        </p:nvCxnSpPr>
        <p:spPr>
          <a:xfrm>
            <a:off x="1757517" y="2316480"/>
            <a:ext cx="2001683" cy="9144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D79368-011B-44CE-9BEA-68734E9A749F}"/>
              </a:ext>
            </a:extLst>
          </p:cNvPr>
          <p:cNvCxnSpPr>
            <a:cxnSpLocks/>
          </p:cNvCxnSpPr>
          <p:nvPr/>
        </p:nvCxnSpPr>
        <p:spPr>
          <a:xfrm flipH="1">
            <a:off x="2113281" y="2494936"/>
            <a:ext cx="1910079" cy="222946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CF2454-050D-4747-A9B7-7D90D8878BAC}"/>
              </a:ext>
            </a:extLst>
          </p:cNvPr>
          <p:cNvSpPr txBox="1"/>
          <p:nvPr/>
        </p:nvSpPr>
        <p:spPr>
          <a:xfrm>
            <a:off x="5026660" y="3292178"/>
            <a:ext cx="6111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vi-VN" dirty="0"/>
          </a:p>
          <a:p>
            <a:r>
              <a:rPr lang="vi-VN" dirty="0"/>
              <a:t>The operating mode DB (MDB) is initially configured at the component block level and then propagated to the individual internally called blocks:</a:t>
            </a:r>
          </a:p>
          <a:p>
            <a:endParaRPr lang="vi-VN" dirty="0"/>
          </a:p>
          <a:p>
            <a:r>
              <a:rPr lang="vi-VN" dirty="0"/>
              <a:t>The parameter #MDB is set up as a hidden parameter on all blocks that necessitate it: MODE, DEV, SENS, etc.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6DFC5-224D-4206-9805-3682D80FB723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</p:txBody>
      </p:sp>
    </p:spTree>
    <p:extLst>
      <p:ext uri="{BB962C8B-B14F-4D97-AF65-F5344CB8AC3E}">
        <p14:creationId xmlns:p14="http://schemas.microsoft.com/office/powerpoint/2010/main" val="156841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B99BB-C5ED-4EF0-B94D-FA30A11D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BFBC2E8-D9A9-4E1B-99C6-86C5AB8D89B2}"/>
              </a:ext>
            </a:extLst>
          </p:cNvPr>
          <p:cNvGrpSpPr/>
          <p:nvPr/>
        </p:nvGrpSpPr>
        <p:grpSpPr>
          <a:xfrm>
            <a:off x="43307" y="1316364"/>
            <a:ext cx="12105385" cy="5115559"/>
            <a:chOff x="25909" y="1094168"/>
            <a:chExt cx="12105385" cy="5433631"/>
          </a:xfrm>
        </p:grpSpPr>
        <p:sp>
          <p:nvSpPr>
            <p:cNvPr id="3" name="object 7">
              <a:extLst>
                <a:ext uri="{FF2B5EF4-FFF2-40B4-BE49-F238E27FC236}">
                  <a16:creationId xmlns:a16="http://schemas.microsoft.com/office/drawing/2014/main" id="{90FED756-E885-460D-93CA-53F464595A67}"/>
                </a:ext>
              </a:extLst>
            </p:cNvPr>
            <p:cNvSpPr/>
            <p:nvPr/>
          </p:nvSpPr>
          <p:spPr>
            <a:xfrm>
              <a:off x="25909" y="2731007"/>
              <a:ext cx="1396365" cy="460375"/>
            </a:xfrm>
            <a:custGeom>
              <a:avLst/>
              <a:gdLst/>
              <a:ahLst/>
              <a:cxnLst/>
              <a:rect l="l" t="t" r="r" b="b"/>
              <a:pathLst>
                <a:path w="1396365" h="460375">
                  <a:moveTo>
                    <a:pt x="1319276" y="0"/>
                  </a:moveTo>
                  <a:lnTo>
                    <a:pt x="76708" y="0"/>
                  </a:lnTo>
                  <a:lnTo>
                    <a:pt x="46848" y="6020"/>
                  </a:lnTo>
                  <a:lnTo>
                    <a:pt x="22466" y="22447"/>
                  </a:lnTo>
                  <a:lnTo>
                    <a:pt x="6027" y="46827"/>
                  </a:lnTo>
                  <a:lnTo>
                    <a:pt x="0" y="76708"/>
                  </a:lnTo>
                  <a:lnTo>
                    <a:pt x="0" y="460248"/>
                  </a:lnTo>
                  <a:lnTo>
                    <a:pt x="1395984" y="460248"/>
                  </a:lnTo>
                  <a:lnTo>
                    <a:pt x="1395984" y="76708"/>
                  </a:lnTo>
                  <a:lnTo>
                    <a:pt x="1319276" y="0"/>
                  </a:lnTo>
                  <a:close/>
                </a:path>
              </a:pathLst>
            </a:custGeom>
            <a:solidFill>
              <a:srgbClr val="8D1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8">
              <a:extLst>
                <a:ext uri="{FF2B5EF4-FFF2-40B4-BE49-F238E27FC236}">
                  <a16:creationId xmlns:a16="http://schemas.microsoft.com/office/drawing/2014/main" id="{60B026EC-89CF-4093-9EE9-C6CBBBBDF865}"/>
                </a:ext>
              </a:extLst>
            </p:cNvPr>
            <p:cNvSpPr txBox="1"/>
            <p:nvPr/>
          </p:nvSpPr>
          <p:spPr>
            <a:xfrm>
              <a:off x="264058" y="2782950"/>
              <a:ext cx="90424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10" dirty="0">
                  <a:solidFill>
                    <a:srgbClr val="FFFFFF"/>
                  </a:solidFill>
                  <a:latin typeface="Arial"/>
                  <a:cs typeface="Arial"/>
                </a:rPr>
                <a:t>Main_OB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5" name="object 9">
              <a:extLst>
                <a:ext uri="{FF2B5EF4-FFF2-40B4-BE49-F238E27FC236}">
                  <a16:creationId xmlns:a16="http://schemas.microsoft.com/office/drawing/2014/main" id="{7E662904-2A80-4D39-A549-DFCAF2A96BEC}"/>
                </a:ext>
              </a:extLst>
            </p:cNvPr>
            <p:cNvSpPr/>
            <p:nvPr/>
          </p:nvSpPr>
          <p:spPr>
            <a:xfrm>
              <a:off x="2695955" y="1650492"/>
              <a:ext cx="1839595" cy="1080770"/>
            </a:xfrm>
            <a:custGeom>
              <a:avLst/>
              <a:gdLst/>
              <a:ahLst/>
              <a:cxnLst/>
              <a:rect l="l" t="t" r="r" b="b"/>
              <a:pathLst>
                <a:path w="1839595" h="1080770">
                  <a:moveTo>
                    <a:pt x="1659382" y="0"/>
                  </a:moveTo>
                  <a:lnTo>
                    <a:pt x="180086" y="0"/>
                  </a:lnTo>
                  <a:lnTo>
                    <a:pt x="132218" y="6434"/>
                  </a:lnTo>
                  <a:lnTo>
                    <a:pt x="89201" y="24590"/>
                  </a:lnTo>
                  <a:lnTo>
                    <a:pt x="52752" y="52752"/>
                  </a:lnTo>
                  <a:lnTo>
                    <a:pt x="24590" y="89201"/>
                  </a:lnTo>
                  <a:lnTo>
                    <a:pt x="6434" y="132218"/>
                  </a:lnTo>
                  <a:lnTo>
                    <a:pt x="0" y="180086"/>
                  </a:lnTo>
                  <a:lnTo>
                    <a:pt x="0" y="1080516"/>
                  </a:lnTo>
                  <a:lnTo>
                    <a:pt x="1839468" y="1080516"/>
                  </a:lnTo>
                  <a:lnTo>
                    <a:pt x="1839468" y="180086"/>
                  </a:lnTo>
                  <a:lnTo>
                    <a:pt x="1659382" y="0"/>
                  </a:lnTo>
                  <a:close/>
                </a:path>
              </a:pathLst>
            </a:custGeom>
            <a:solidFill>
              <a:srgbClr val="395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10">
              <a:extLst>
                <a:ext uri="{FF2B5EF4-FFF2-40B4-BE49-F238E27FC236}">
                  <a16:creationId xmlns:a16="http://schemas.microsoft.com/office/drawing/2014/main" id="{AC4EFC44-EB67-4FFE-A2F8-C858D65098C0}"/>
                </a:ext>
              </a:extLst>
            </p:cNvPr>
            <p:cNvSpPr txBox="1"/>
            <p:nvPr/>
          </p:nvSpPr>
          <p:spPr>
            <a:xfrm>
              <a:off x="2827782" y="2219324"/>
              <a:ext cx="118173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solidFill>
                    <a:srgbClr val="FFFFFF"/>
                  </a:solidFill>
                  <a:latin typeface="Arial"/>
                  <a:cs typeface="Arial"/>
                </a:rPr>
                <a:t>++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ST000_FB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AA22DDA6-7E3F-4278-BC7C-338F39ACE10D}"/>
                </a:ext>
              </a:extLst>
            </p:cNvPr>
            <p:cNvSpPr/>
            <p:nvPr/>
          </p:nvSpPr>
          <p:spPr>
            <a:xfrm>
              <a:off x="4829555" y="1888235"/>
              <a:ext cx="2266315" cy="589915"/>
            </a:xfrm>
            <a:custGeom>
              <a:avLst/>
              <a:gdLst/>
              <a:ahLst/>
              <a:cxnLst/>
              <a:rect l="l" t="t" r="r" b="b"/>
              <a:pathLst>
                <a:path w="2266315" h="589914">
                  <a:moveTo>
                    <a:pt x="2167890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8"/>
                  </a:lnTo>
                  <a:lnTo>
                    <a:pt x="0" y="589788"/>
                  </a:lnTo>
                  <a:lnTo>
                    <a:pt x="2266188" y="589788"/>
                  </a:lnTo>
                  <a:lnTo>
                    <a:pt x="2266188" y="98298"/>
                  </a:lnTo>
                  <a:lnTo>
                    <a:pt x="2167890" y="0"/>
                  </a:lnTo>
                  <a:close/>
                </a:path>
              </a:pathLst>
            </a:custGeom>
            <a:solidFill>
              <a:srgbClr val="53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7A54E77B-07B5-431F-93FB-6F282DB83169}"/>
                </a:ext>
              </a:extLst>
            </p:cNvPr>
            <p:cNvSpPr txBox="1"/>
            <p:nvPr/>
          </p:nvSpPr>
          <p:spPr>
            <a:xfrm>
              <a:off x="4938521" y="2188591"/>
              <a:ext cx="1351915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MODE_PLC_FB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32DA625A-5548-4EF7-BCD4-ABB57AFB4726}"/>
                </a:ext>
              </a:extLst>
            </p:cNvPr>
            <p:cNvSpPr/>
            <p:nvPr/>
          </p:nvSpPr>
          <p:spPr>
            <a:xfrm>
              <a:off x="2695955" y="3345179"/>
              <a:ext cx="1839595" cy="1068705"/>
            </a:xfrm>
            <a:custGeom>
              <a:avLst/>
              <a:gdLst/>
              <a:ahLst/>
              <a:cxnLst/>
              <a:rect l="l" t="t" r="r" b="b"/>
              <a:pathLst>
                <a:path w="1839595" h="1068704">
                  <a:moveTo>
                    <a:pt x="1661414" y="0"/>
                  </a:moveTo>
                  <a:lnTo>
                    <a:pt x="178054" y="0"/>
                  </a:lnTo>
                  <a:lnTo>
                    <a:pt x="130733" y="6362"/>
                  </a:lnTo>
                  <a:lnTo>
                    <a:pt x="88203" y="24318"/>
                  </a:lnTo>
                  <a:lnTo>
                    <a:pt x="52165" y="52165"/>
                  </a:lnTo>
                  <a:lnTo>
                    <a:pt x="24318" y="88203"/>
                  </a:lnTo>
                  <a:lnTo>
                    <a:pt x="6362" y="130733"/>
                  </a:lnTo>
                  <a:lnTo>
                    <a:pt x="0" y="178054"/>
                  </a:lnTo>
                  <a:lnTo>
                    <a:pt x="0" y="1068324"/>
                  </a:lnTo>
                  <a:lnTo>
                    <a:pt x="1839468" y="1068324"/>
                  </a:lnTo>
                  <a:lnTo>
                    <a:pt x="1839468" y="178054"/>
                  </a:lnTo>
                  <a:lnTo>
                    <a:pt x="1661414" y="0"/>
                  </a:lnTo>
                  <a:close/>
                </a:path>
              </a:pathLst>
            </a:custGeom>
            <a:solidFill>
              <a:srgbClr val="395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8CA2C50C-9F81-4A9A-A83E-46694193DA80}"/>
                </a:ext>
              </a:extLst>
            </p:cNvPr>
            <p:cNvSpPr txBox="1"/>
            <p:nvPr/>
          </p:nvSpPr>
          <p:spPr>
            <a:xfrm>
              <a:off x="2827147" y="3914013"/>
              <a:ext cx="118173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solidFill>
                    <a:srgbClr val="FFFFFF"/>
                  </a:solidFill>
                  <a:latin typeface="Arial"/>
                  <a:cs typeface="Arial"/>
                </a:rPr>
                <a:t>++</a:t>
              </a:r>
              <a:r>
                <a:rPr sz="1600" b="1" spc="-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ST010_FB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11" name="object 15">
              <a:extLst>
                <a:ext uri="{FF2B5EF4-FFF2-40B4-BE49-F238E27FC236}">
                  <a16:creationId xmlns:a16="http://schemas.microsoft.com/office/drawing/2014/main" id="{21A15FF0-8F6D-4277-B0FF-8E52E8EE5C95}"/>
                </a:ext>
              </a:extLst>
            </p:cNvPr>
            <p:cNvGrpSpPr/>
            <p:nvPr/>
          </p:nvGrpSpPr>
          <p:grpSpPr>
            <a:xfrm>
              <a:off x="1799780" y="1094168"/>
              <a:ext cx="1423670" cy="673735"/>
              <a:chOff x="1799780" y="1094168"/>
              <a:chExt cx="1423670" cy="673735"/>
            </a:xfrm>
          </p:grpSpPr>
          <p:sp>
            <p:nvSpPr>
              <p:cNvPr id="12" name="object 16">
                <a:extLst>
                  <a:ext uri="{FF2B5EF4-FFF2-40B4-BE49-F238E27FC236}">
                    <a16:creationId xmlns:a16="http://schemas.microsoft.com/office/drawing/2014/main" id="{F4B18819-8ECF-4CBD-9D81-DE7690665F7C}"/>
                  </a:ext>
                </a:extLst>
              </p:cNvPr>
              <p:cNvSpPr/>
              <p:nvPr/>
            </p:nvSpPr>
            <p:spPr>
              <a:xfrm>
                <a:off x="1812797" y="1107185"/>
                <a:ext cx="1397635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397635" h="647700">
                    <a:moveTo>
                      <a:pt x="698754" y="0"/>
                    </a:moveTo>
                    <a:lnTo>
                      <a:pt x="622609" y="634"/>
                    </a:lnTo>
                    <a:lnTo>
                      <a:pt x="548842" y="2492"/>
                    </a:lnTo>
                    <a:lnTo>
                      <a:pt x="477877" y="5508"/>
                    </a:lnTo>
                    <a:lnTo>
                      <a:pt x="410141" y="9616"/>
                    </a:lnTo>
                    <a:lnTo>
                      <a:pt x="346060" y="14750"/>
                    </a:lnTo>
                    <a:lnTo>
                      <a:pt x="286060" y="20844"/>
                    </a:lnTo>
                    <a:lnTo>
                      <a:pt x="230567" y="27831"/>
                    </a:lnTo>
                    <a:lnTo>
                      <a:pt x="180007" y="35645"/>
                    </a:lnTo>
                    <a:lnTo>
                      <a:pt x="134806" y="44220"/>
                    </a:lnTo>
                    <a:lnTo>
                      <a:pt x="95391" y="53490"/>
                    </a:lnTo>
                    <a:lnTo>
                      <a:pt x="35618" y="73851"/>
                    </a:lnTo>
                    <a:lnTo>
                      <a:pt x="4099" y="96197"/>
                    </a:lnTo>
                    <a:lnTo>
                      <a:pt x="0" y="107950"/>
                    </a:lnTo>
                    <a:lnTo>
                      <a:pt x="0" y="539750"/>
                    </a:lnTo>
                    <a:lnTo>
                      <a:pt x="35618" y="573848"/>
                    </a:lnTo>
                    <a:lnTo>
                      <a:pt x="95391" y="594209"/>
                    </a:lnTo>
                    <a:lnTo>
                      <a:pt x="134806" y="603479"/>
                    </a:lnTo>
                    <a:lnTo>
                      <a:pt x="180007" y="612054"/>
                    </a:lnTo>
                    <a:lnTo>
                      <a:pt x="230567" y="619868"/>
                    </a:lnTo>
                    <a:lnTo>
                      <a:pt x="286060" y="626855"/>
                    </a:lnTo>
                    <a:lnTo>
                      <a:pt x="346060" y="632949"/>
                    </a:lnTo>
                    <a:lnTo>
                      <a:pt x="410141" y="638083"/>
                    </a:lnTo>
                    <a:lnTo>
                      <a:pt x="477877" y="642191"/>
                    </a:lnTo>
                    <a:lnTo>
                      <a:pt x="548842" y="645207"/>
                    </a:lnTo>
                    <a:lnTo>
                      <a:pt x="622609" y="647065"/>
                    </a:lnTo>
                    <a:lnTo>
                      <a:pt x="698754" y="647700"/>
                    </a:lnTo>
                    <a:lnTo>
                      <a:pt x="774898" y="647065"/>
                    </a:lnTo>
                    <a:lnTo>
                      <a:pt x="848665" y="645207"/>
                    </a:lnTo>
                    <a:lnTo>
                      <a:pt x="919630" y="642191"/>
                    </a:lnTo>
                    <a:lnTo>
                      <a:pt x="987366" y="638083"/>
                    </a:lnTo>
                    <a:lnTo>
                      <a:pt x="1051447" y="632949"/>
                    </a:lnTo>
                    <a:lnTo>
                      <a:pt x="1111447" y="626855"/>
                    </a:lnTo>
                    <a:lnTo>
                      <a:pt x="1166940" y="619868"/>
                    </a:lnTo>
                    <a:lnTo>
                      <a:pt x="1217500" y="612054"/>
                    </a:lnTo>
                    <a:lnTo>
                      <a:pt x="1262701" y="603479"/>
                    </a:lnTo>
                    <a:lnTo>
                      <a:pt x="1302116" y="594209"/>
                    </a:lnTo>
                    <a:lnTo>
                      <a:pt x="1361889" y="573848"/>
                    </a:lnTo>
                    <a:lnTo>
                      <a:pt x="1393408" y="551502"/>
                    </a:lnTo>
                    <a:lnTo>
                      <a:pt x="1397508" y="539750"/>
                    </a:lnTo>
                    <a:lnTo>
                      <a:pt x="1397508" y="107950"/>
                    </a:lnTo>
                    <a:lnTo>
                      <a:pt x="1361889" y="73851"/>
                    </a:lnTo>
                    <a:lnTo>
                      <a:pt x="1302116" y="53490"/>
                    </a:lnTo>
                    <a:lnTo>
                      <a:pt x="1262701" y="44220"/>
                    </a:lnTo>
                    <a:lnTo>
                      <a:pt x="1217500" y="35645"/>
                    </a:lnTo>
                    <a:lnTo>
                      <a:pt x="1166940" y="27831"/>
                    </a:lnTo>
                    <a:lnTo>
                      <a:pt x="1111447" y="20844"/>
                    </a:lnTo>
                    <a:lnTo>
                      <a:pt x="1051447" y="14750"/>
                    </a:lnTo>
                    <a:lnTo>
                      <a:pt x="987366" y="9616"/>
                    </a:lnTo>
                    <a:lnTo>
                      <a:pt x="919630" y="5508"/>
                    </a:lnTo>
                    <a:lnTo>
                      <a:pt x="848665" y="2492"/>
                    </a:lnTo>
                    <a:lnTo>
                      <a:pt x="774898" y="634"/>
                    </a:lnTo>
                    <a:lnTo>
                      <a:pt x="698754" y="0"/>
                    </a:lnTo>
                    <a:close/>
                  </a:path>
                </a:pathLst>
              </a:custGeom>
              <a:solidFill>
                <a:srgbClr val="94ACC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7">
                <a:extLst>
                  <a:ext uri="{FF2B5EF4-FFF2-40B4-BE49-F238E27FC236}">
                    <a16:creationId xmlns:a16="http://schemas.microsoft.com/office/drawing/2014/main" id="{220F0BE0-DA46-4839-9D3D-692FEF04C0D1}"/>
                  </a:ext>
                </a:extLst>
              </p:cNvPr>
              <p:cNvSpPr/>
              <p:nvPr/>
            </p:nvSpPr>
            <p:spPr>
              <a:xfrm>
                <a:off x="1812797" y="1107185"/>
                <a:ext cx="1397635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1397635" h="647700">
                    <a:moveTo>
                      <a:pt x="1397508" y="107950"/>
                    </a:moveTo>
                    <a:lnTo>
                      <a:pt x="1361889" y="142048"/>
                    </a:lnTo>
                    <a:lnTo>
                      <a:pt x="1302116" y="162409"/>
                    </a:lnTo>
                    <a:lnTo>
                      <a:pt x="1262701" y="171679"/>
                    </a:lnTo>
                    <a:lnTo>
                      <a:pt x="1217500" y="180254"/>
                    </a:lnTo>
                    <a:lnTo>
                      <a:pt x="1166940" y="188068"/>
                    </a:lnTo>
                    <a:lnTo>
                      <a:pt x="1111447" y="195055"/>
                    </a:lnTo>
                    <a:lnTo>
                      <a:pt x="1051447" y="201149"/>
                    </a:lnTo>
                    <a:lnTo>
                      <a:pt x="987366" y="206283"/>
                    </a:lnTo>
                    <a:lnTo>
                      <a:pt x="919630" y="210391"/>
                    </a:lnTo>
                    <a:lnTo>
                      <a:pt x="848665" y="213407"/>
                    </a:lnTo>
                    <a:lnTo>
                      <a:pt x="774898" y="215265"/>
                    </a:lnTo>
                    <a:lnTo>
                      <a:pt x="698753" y="215900"/>
                    </a:lnTo>
                    <a:lnTo>
                      <a:pt x="622609" y="215265"/>
                    </a:lnTo>
                    <a:lnTo>
                      <a:pt x="548842" y="213407"/>
                    </a:lnTo>
                    <a:lnTo>
                      <a:pt x="477877" y="210391"/>
                    </a:lnTo>
                    <a:lnTo>
                      <a:pt x="410141" y="206283"/>
                    </a:lnTo>
                    <a:lnTo>
                      <a:pt x="346060" y="201149"/>
                    </a:lnTo>
                    <a:lnTo>
                      <a:pt x="286060" y="195055"/>
                    </a:lnTo>
                    <a:lnTo>
                      <a:pt x="230567" y="188068"/>
                    </a:lnTo>
                    <a:lnTo>
                      <a:pt x="180007" y="180254"/>
                    </a:lnTo>
                    <a:lnTo>
                      <a:pt x="134806" y="171679"/>
                    </a:lnTo>
                    <a:lnTo>
                      <a:pt x="95391" y="162409"/>
                    </a:lnTo>
                    <a:lnTo>
                      <a:pt x="35618" y="142048"/>
                    </a:lnTo>
                    <a:lnTo>
                      <a:pt x="4099" y="119702"/>
                    </a:lnTo>
                    <a:lnTo>
                      <a:pt x="0" y="107950"/>
                    </a:lnTo>
                  </a:path>
                  <a:path w="1397635" h="647700">
                    <a:moveTo>
                      <a:pt x="0" y="107950"/>
                    </a:moveTo>
                    <a:lnTo>
                      <a:pt x="35618" y="73851"/>
                    </a:lnTo>
                    <a:lnTo>
                      <a:pt x="95391" y="53490"/>
                    </a:lnTo>
                    <a:lnTo>
                      <a:pt x="134806" y="44220"/>
                    </a:lnTo>
                    <a:lnTo>
                      <a:pt x="180007" y="35645"/>
                    </a:lnTo>
                    <a:lnTo>
                      <a:pt x="230567" y="27831"/>
                    </a:lnTo>
                    <a:lnTo>
                      <a:pt x="286060" y="20844"/>
                    </a:lnTo>
                    <a:lnTo>
                      <a:pt x="346060" y="14750"/>
                    </a:lnTo>
                    <a:lnTo>
                      <a:pt x="410141" y="9616"/>
                    </a:lnTo>
                    <a:lnTo>
                      <a:pt x="477877" y="5508"/>
                    </a:lnTo>
                    <a:lnTo>
                      <a:pt x="548842" y="2492"/>
                    </a:lnTo>
                    <a:lnTo>
                      <a:pt x="622609" y="634"/>
                    </a:lnTo>
                    <a:lnTo>
                      <a:pt x="698753" y="0"/>
                    </a:lnTo>
                    <a:lnTo>
                      <a:pt x="774898" y="634"/>
                    </a:lnTo>
                    <a:lnTo>
                      <a:pt x="848665" y="2492"/>
                    </a:lnTo>
                    <a:lnTo>
                      <a:pt x="919630" y="5508"/>
                    </a:lnTo>
                    <a:lnTo>
                      <a:pt x="987366" y="9616"/>
                    </a:lnTo>
                    <a:lnTo>
                      <a:pt x="1051447" y="14750"/>
                    </a:lnTo>
                    <a:lnTo>
                      <a:pt x="1111447" y="20844"/>
                    </a:lnTo>
                    <a:lnTo>
                      <a:pt x="1166940" y="27831"/>
                    </a:lnTo>
                    <a:lnTo>
                      <a:pt x="1217500" y="35645"/>
                    </a:lnTo>
                    <a:lnTo>
                      <a:pt x="1262701" y="44220"/>
                    </a:lnTo>
                    <a:lnTo>
                      <a:pt x="1302116" y="53490"/>
                    </a:lnTo>
                    <a:lnTo>
                      <a:pt x="1361889" y="73851"/>
                    </a:lnTo>
                    <a:lnTo>
                      <a:pt x="1393408" y="96197"/>
                    </a:lnTo>
                    <a:lnTo>
                      <a:pt x="1397508" y="107950"/>
                    </a:lnTo>
                    <a:lnTo>
                      <a:pt x="1397508" y="539750"/>
                    </a:lnTo>
                    <a:lnTo>
                      <a:pt x="1361889" y="573848"/>
                    </a:lnTo>
                    <a:lnTo>
                      <a:pt x="1302116" y="594209"/>
                    </a:lnTo>
                    <a:lnTo>
                      <a:pt x="1262701" y="603479"/>
                    </a:lnTo>
                    <a:lnTo>
                      <a:pt x="1217500" y="612054"/>
                    </a:lnTo>
                    <a:lnTo>
                      <a:pt x="1166940" y="619868"/>
                    </a:lnTo>
                    <a:lnTo>
                      <a:pt x="1111447" y="626855"/>
                    </a:lnTo>
                    <a:lnTo>
                      <a:pt x="1051447" y="632949"/>
                    </a:lnTo>
                    <a:lnTo>
                      <a:pt x="987366" y="638083"/>
                    </a:lnTo>
                    <a:lnTo>
                      <a:pt x="919630" y="642191"/>
                    </a:lnTo>
                    <a:lnTo>
                      <a:pt x="848665" y="645207"/>
                    </a:lnTo>
                    <a:lnTo>
                      <a:pt x="774898" y="647065"/>
                    </a:lnTo>
                    <a:lnTo>
                      <a:pt x="698753" y="647700"/>
                    </a:lnTo>
                    <a:lnTo>
                      <a:pt x="622609" y="647065"/>
                    </a:lnTo>
                    <a:lnTo>
                      <a:pt x="548842" y="645207"/>
                    </a:lnTo>
                    <a:lnTo>
                      <a:pt x="477877" y="642191"/>
                    </a:lnTo>
                    <a:lnTo>
                      <a:pt x="410141" y="638083"/>
                    </a:lnTo>
                    <a:lnTo>
                      <a:pt x="346060" y="632949"/>
                    </a:lnTo>
                    <a:lnTo>
                      <a:pt x="286060" y="626855"/>
                    </a:lnTo>
                    <a:lnTo>
                      <a:pt x="230567" y="619868"/>
                    </a:lnTo>
                    <a:lnTo>
                      <a:pt x="180007" y="612054"/>
                    </a:lnTo>
                    <a:lnTo>
                      <a:pt x="134806" y="603479"/>
                    </a:lnTo>
                    <a:lnTo>
                      <a:pt x="95391" y="594209"/>
                    </a:lnTo>
                    <a:lnTo>
                      <a:pt x="35618" y="573848"/>
                    </a:lnTo>
                    <a:lnTo>
                      <a:pt x="4099" y="551502"/>
                    </a:lnTo>
                    <a:lnTo>
                      <a:pt x="0" y="539750"/>
                    </a:lnTo>
                    <a:lnTo>
                      <a:pt x="0" y="107950"/>
                    </a:lnTo>
                    <a:close/>
                  </a:path>
                </a:pathLst>
              </a:custGeom>
              <a:ln w="25908">
                <a:solidFill>
                  <a:srgbClr val="3A667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CD98B2E6-4BBA-4AAA-B6C6-55146C39FD92}"/>
                </a:ext>
              </a:extLst>
            </p:cNvPr>
            <p:cNvSpPr txBox="1"/>
            <p:nvPr/>
          </p:nvSpPr>
          <p:spPr>
            <a:xfrm>
              <a:off x="2137664" y="1350975"/>
              <a:ext cx="746125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10" dirty="0">
                  <a:solidFill>
                    <a:srgbClr val="FFFFFF"/>
                  </a:solidFill>
                  <a:latin typeface="Arial MT"/>
                  <a:cs typeface="Arial MT"/>
                </a:rPr>
                <a:t>PLC_MDB</a:t>
              </a:r>
              <a:endParaRPr sz="1200">
                <a:latin typeface="Arial MT"/>
                <a:cs typeface="Arial MT"/>
              </a:endParaRPr>
            </a:p>
          </p:txBody>
        </p:sp>
        <p:grpSp>
          <p:nvGrpSpPr>
            <p:cNvPr id="15" name="object 19">
              <a:extLst>
                <a:ext uri="{FF2B5EF4-FFF2-40B4-BE49-F238E27FC236}">
                  <a16:creationId xmlns:a16="http://schemas.microsoft.com/office/drawing/2014/main" id="{8E946169-150C-4B82-B2E7-3B7B3F908A8F}"/>
                </a:ext>
              </a:extLst>
            </p:cNvPr>
            <p:cNvGrpSpPr/>
            <p:nvPr/>
          </p:nvGrpSpPr>
          <p:grpSpPr>
            <a:xfrm>
              <a:off x="1799780" y="2805620"/>
              <a:ext cx="1423670" cy="683260"/>
              <a:chOff x="1799780" y="2805620"/>
              <a:chExt cx="1423670" cy="683260"/>
            </a:xfrm>
          </p:grpSpPr>
          <p:sp>
            <p:nvSpPr>
              <p:cNvPr id="16" name="object 20">
                <a:extLst>
                  <a:ext uri="{FF2B5EF4-FFF2-40B4-BE49-F238E27FC236}">
                    <a16:creationId xmlns:a16="http://schemas.microsoft.com/office/drawing/2014/main" id="{A4CD26E9-DB60-432E-B5EB-F368733E9A85}"/>
                  </a:ext>
                </a:extLst>
              </p:cNvPr>
              <p:cNvSpPr/>
              <p:nvPr/>
            </p:nvSpPr>
            <p:spPr>
              <a:xfrm>
                <a:off x="1812797" y="2818637"/>
                <a:ext cx="139763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397635" h="657225">
                    <a:moveTo>
                      <a:pt x="698754" y="0"/>
                    </a:moveTo>
                    <a:lnTo>
                      <a:pt x="622609" y="642"/>
                    </a:lnTo>
                    <a:lnTo>
                      <a:pt x="548842" y="2525"/>
                    </a:lnTo>
                    <a:lnTo>
                      <a:pt x="477877" y="5581"/>
                    </a:lnTo>
                    <a:lnTo>
                      <a:pt x="410141" y="9745"/>
                    </a:lnTo>
                    <a:lnTo>
                      <a:pt x="346060" y="14948"/>
                    </a:lnTo>
                    <a:lnTo>
                      <a:pt x="286060" y="21124"/>
                    </a:lnTo>
                    <a:lnTo>
                      <a:pt x="230567" y="28207"/>
                    </a:lnTo>
                    <a:lnTo>
                      <a:pt x="180007" y="36129"/>
                    </a:lnTo>
                    <a:lnTo>
                      <a:pt x="134806" y="44823"/>
                    </a:lnTo>
                    <a:lnTo>
                      <a:pt x="95391" y="54224"/>
                    </a:lnTo>
                    <a:lnTo>
                      <a:pt x="35618" y="74875"/>
                    </a:lnTo>
                    <a:lnTo>
                      <a:pt x="4099" y="97547"/>
                    </a:lnTo>
                    <a:lnTo>
                      <a:pt x="0" y="109474"/>
                    </a:lnTo>
                    <a:lnTo>
                      <a:pt x="0" y="547370"/>
                    </a:lnTo>
                    <a:lnTo>
                      <a:pt x="35618" y="581968"/>
                    </a:lnTo>
                    <a:lnTo>
                      <a:pt x="95391" y="602619"/>
                    </a:lnTo>
                    <a:lnTo>
                      <a:pt x="134806" y="612020"/>
                    </a:lnTo>
                    <a:lnTo>
                      <a:pt x="180007" y="620714"/>
                    </a:lnTo>
                    <a:lnTo>
                      <a:pt x="230567" y="628636"/>
                    </a:lnTo>
                    <a:lnTo>
                      <a:pt x="286060" y="635719"/>
                    </a:lnTo>
                    <a:lnTo>
                      <a:pt x="346060" y="641895"/>
                    </a:lnTo>
                    <a:lnTo>
                      <a:pt x="410141" y="647098"/>
                    </a:lnTo>
                    <a:lnTo>
                      <a:pt x="477877" y="651262"/>
                    </a:lnTo>
                    <a:lnTo>
                      <a:pt x="548842" y="654318"/>
                    </a:lnTo>
                    <a:lnTo>
                      <a:pt x="622609" y="656201"/>
                    </a:lnTo>
                    <a:lnTo>
                      <a:pt x="698754" y="656844"/>
                    </a:lnTo>
                    <a:lnTo>
                      <a:pt x="774898" y="656201"/>
                    </a:lnTo>
                    <a:lnTo>
                      <a:pt x="848665" y="654318"/>
                    </a:lnTo>
                    <a:lnTo>
                      <a:pt x="919630" y="651262"/>
                    </a:lnTo>
                    <a:lnTo>
                      <a:pt x="987366" y="647098"/>
                    </a:lnTo>
                    <a:lnTo>
                      <a:pt x="1051447" y="641895"/>
                    </a:lnTo>
                    <a:lnTo>
                      <a:pt x="1111447" y="635719"/>
                    </a:lnTo>
                    <a:lnTo>
                      <a:pt x="1166940" y="628636"/>
                    </a:lnTo>
                    <a:lnTo>
                      <a:pt x="1217500" y="620714"/>
                    </a:lnTo>
                    <a:lnTo>
                      <a:pt x="1262701" y="612020"/>
                    </a:lnTo>
                    <a:lnTo>
                      <a:pt x="1302116" y="602619"/>
                    </a:lnTo>
                    <a:lnTo>
                      <a:pt x="1361889" y="581968"/>
                    </a:lnTo>
                    <a:lnTo>
                      <a:pt x="1393408" y="559296"/>
                    </a:lnTo>
                    <a:lnTo>
                      <a:pt x="1397508" y="547370"/>
                    </a:lnTo>
                    <a:lnTo>
                      <a:pt x="1397508" y="109474"/>
                    </a:lnTo>
                    <a:lnTo>
                      <a:pt x="1361889" y="74875"/>
                    </a:lnTo>
                    <a:lnTo>
                      <a:pt x="1302116" y="54224"/>
                    </a:lnTo>
                    <a:lnTo>
                      <a:pt x="1262701" y="44823"/>
                    </a:lnTo>
                    <a:lnTo>
                      <a:pt x="1217500" y="36129"/>
                    </a:lnTo>
                    <a:lnTo>
                      <a:pt x="1166940" y="28207"/>
                    </a:lnTo>
                    <a:lnTo>
                      <a:pt x="1111447" y="21124"/>
                    </a:lnTo>
                    <a:lnTo>
                      <a:pt x="1051447" y="14948"/>
                    </a:lnTo>
                    <a:lnTo>
                      <a:pt x="987366" y="9745"/>
                    </a:lnTo>
                    <a:lnTo>
                      <a:pt x="919630" y="5581"/>
                    </a:lnTo>
                    <a:lnTo>
                      <a:pt x="848665" y="2525"/>
                    </a:lnTo>
                    <a:lnTo>
                      <a:pt x="774898" y="642"/>
                    </a:lnTo>
                    <a:lnTo>
                      <a:pt x="698754" y="0"/>
                    </a:lnTo>
                    <a:close/>
                  </a:path>
                </a:pathLst>
              </a:custGeom>
              <a:solidFill>
                <a:srgbClr val="94ACC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1">
                <a:extLst>
                  <a:ext uri="{FF2B5EF4-FFF2-40B4-BE49-F238E27FC236}">
                    <a16:creationId xmlns:a16="http://schemas.microsoft.com/office/drawing/2014/main" id="{7B3202FB-4850-413D-B527-923D8EFEC2BA}"/>
                  </a:ext>
                </a:extLst>
              </p:cNvPr>
              <p:cNvSpPr/>
              <p:nvPr/>
            </p:nvSpPr>
            <p:spPr>
              <a:xfrm>
                <a:off x="1812797" y="2818637"/>
                <a:ext cx="1397635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397635" h="657225">
                    <a:moveTo>
                      <a:pt x="1397508" y="109474"/>
                    </a:moveTo>
                    <a:lnTo>
                      <a:pt x="1361889" y="144072"/>
                    </a:lnTo>
                    <a:lnTo>
                      <a:pt x="1302116" y="164723"/>
                    </a:lnTo>
                    <a:lnTo>
                      <a:pt x="1262701" y="174124"/>
                    </a:lnTo>
                    <a:lnTo>
                      <a:pt x="1217500" y="182818"/>
                    </a:lnTo>
                    <a:lnTo>
                      <a:pt x="1166940" y="190740"/>
                    </a:lnTo>
                    <a:lnTo>
                      <a:pt x="1111447" y="197823"/>
                    </a:lnTo>
                    <a:lnTo>
                      <a:pt x="1051447" y="203999"/>
                    </a:lnTo>
                    <a:lnTo>
                      <a:pt x="987366" y="209202"/>
                    </a:lnTo>
                    <a:lnTo>
                      <a:pt x="919630" y="213366"/>
                    </a:lnTo>
                    <a:lnTo>
                      <a:pt x="848665" y="216422"/>
                    </a:lnTo>
                    <a:lnTo>
                      <a:pt x="774898" y="218305"/>
                    </a:lnTo>
                    <a:lnTo>
                      <a:pt x="698753" y="218948"/>
                    </a:lnTo>
                    <a:lnTo>
                      <a:pt x="622609" y="218305"/>
                    </a:lnTo>
                    <a:lnTo>
                      <a:pt x="548842" y="216422"/>
                    </a:lnTo>
                    <a:lnTo>
                      <a:pt x="477877" y="213366"/>
                    </a:lnTo>
                    <a:lnTo>
                      <a:pt x="410141" y="209202"/>
                    </a:lnTo>
                    <a:lnTo>
                      <a:pt x="346060" y="203999"/>
                    </a:lnTo>
                    <a:lnTo>
                      <a:pt x="286060" y="197823"/>
                    </a:lnTo>
                    <a:lnTo>
                      <a:pt x="230567" y="190740"/>
                    </a:lnTo>
                    <a:lnTo>
                      <a:pt x="180007" y="182818"/>
                    </a:lnTo>
                    <a:lnTo>
                      <a:pt x="134806" y="174124"/>
                    </a:lnTo>
                    <a:lnTo>
                      <a:pt x="95391" y="164723"/>
                    </a:lnTo>
                    <a:lnTo>
                      <a:pt x="35618" y="144072"/>
                    </a:lnTo>
                    <a:lnTo>
                      <a:pt x="4099" y="121400"/>
                    </a:lnTo>
                    <a:lnTo>
                      <a:pt x="0" y="109474"/>
                    </a:lnTo>
                  </a:path>
                  <a:path w="1397635" h="657225">
                    <a:moveTo>
                      <a:pt x="0" y="109474"/>
                    </a:moveTo>
                    <a:lnTo>
                      <a:pt x="35618" y="74875"/>
                    </a:lnTo>
                    <a:lnTo>
                      <a:pt x="95391" y="54224"/>
                    </a:lnTo>
                    <a:lnTo>
                      <a:pt x="134806" y="44823"/>
                    </a:lnTo>
                    <a:lnTo>
                      <a:pt x="180007" y="36129"/>
                    </a:lnTo>
                    <a:lnTo>
                      <a:pt x="230567" y="28207"/>
                    </a:lnTo>
                    <a:lnTo>
                      <a:pt x="286060" y="21124"/>
                    </a:lnTo>
                    <a:lnTo>
                      <a:pt x="346060" y="14948"/>
                    </a:lnTo>
                    <a:lnTo>
                      <a:pt x="410141" y="9745"/>
                    </a:lnTo>
                    <a:lnTo>
                      <a:pt x="477877" y="5581"/>
                    </a:lnTo>
                    <a:lnTo>
                      <a:pt x="548842" y="2525"/>
                    </a:lnTo>
                    <a:lnTo>
                      <a:pt x="622609" y="642"/>
                    </a:lnTo>
                    <a:lnTo>
                      <a:pt x="698753" y="0"/>
                    </a:lnTo>
                    <a:lnTo>
                      <a:pt x="774898" y="642"/>
                    </a:lnTo>
                    <a:lnTo>
                      <a:pt x="848665" y="2525"/>
                    </a:lnTo>
                    <a:lnTo>
                      <a:pt x="919630" y="5581"/>
                    </a:lnTo>
                    <a:lnTo>
                      <a:pt x="987366" y="9745"/>
                    </a:lnTo>
                    <a:lnTo>
                      <a:pt x="1051447" y="14948"/>
                    </a:lnTo>
                    <a:lnTo>
                      <a:pt x="1111447" y="21124"/>
                    </a:lnTo>
                    <a:lnTo>
                      <a:pt x="1166940" y="28207"/>
                    </a:lnTo>
                    <a:lnTo>
                      <a:pt x="1217500" y="36129"/>
                    </a:lnTo>
                    <a:lnTo>
                      <a:pt x="1262701" y="44823"/>
                    </a:lnTo>
                    <a:lnTo>
                      <a:pt x="1302116" y="54224"/>
                    </a:lnTo>
                    <a:lnTo>
                      <a:pt x="1361889" y="74875"/>
                    </a:lnTo>
                    <a:lnTo>
                      <a:pt x="1393408" y="97547"/>
                    </a:lnTo>
                    <a:lnTo>
                      <a:pt x="1397508" y="109474"/>
                    </a:lnTo>
                    <a:lnTo>
                      <a:pt x="1397508" y="547370"/>
                    </a:lnTo>
                    <a:lnTo>
                      <a:pt x="1361889" y="581968"/>
                    </a:lnTo>
                    <a:lnTo>
                      <a:pt x="1302116" y="602619"/>
                    </a:lnTo>
                    <a:lnTo>
                      <a:pt x="1262701" y="612020"/>
                    </a:lnTo>
                    <a:lnTo>
                      <a:pt x="1217500" y="620714"/>
                    </a:lnTo>
                    <a:lnTo>
                      <a:pt x="1166940" y="628636"/>
                    </a:lnTo>
                    <a:lnTo>
                      <a:pt x="1111447" y="635719"/>
                    </a:lnTo>
                    <a:lnTo>
                      <a:pt x="1051447" y="641895"/>
                    </a:lnTo>
                    <a:lnTo>
                      <a:pt x="987366" y="647098"/>
                    </a:lnTo>
                    <a:lnTo>
                      <a:pt x="919630" y="651262"/>
                    </a:lnTo>
                    <a:lnTo>
                      <a:pt x="848665" y="654318"/>
                    </a:lnTo>
                    <a:lnTo>
                      <a:pt x="774898" y="656201"/>
                    </a:lnTo>
                    <a:lnTo>
                      <a:pt x="698753" y="656844"/>
                    </a:lnTo>
                    <a:lnTo>
                      <a:pt x="622609" y="656201"/>
                    </a:lnTo>
                    <a:lnTo>
                      <a:pt x="548842" y="654318"/>
                    </a:lnTo>
                    <a:lnTo>
                      <a:pt x="477877" y="651262"/>
                    </a:lnTo>
                    <a:lnTo>
                      <a:pt x="410141" y="647098"/>
                    </a:lnTo>
                    <a:lnTo>
                      <a:pt x="346060" y="641895"/>
                    </a:lnTo>
                    <a:lnTo>
                      <a:pt x="286060" y="635719"/>
                    </a:lnTo>
                    <a:lnTo>
                      <a:pt x="230567" y="628636"/>
                    </a:lnTo>
                    <a:lnTo>
                      <a:pt x="180007" y="620714"/>
                    </a:lnTo>
                    <a:lnTo>
                      <a:pt x="134806" y="612020"/>
                    </a:lnTo>
                    <a:lnTo>
                      <a:pt x="95391" y="602619"/>
                    </a:lnTo>
                    <a:lnTo>
                      <a:pt x="35618" y="581968"/>
                    </a:lnTo>
                    <a:lnTo>
                      <a:pt x="4099" y="559296"/>
                    </a:lnTo>
                    <a:lnTo>
                      <a:pt x="0" y="547370"/>
                    </a:lnTo>
                    <a:lnTo>
                      <a:pt x="0" y="109474"/>
                    </a:lnTo>
                    <a:close/>
                  </a:path>
                </a:pathLst>
              </a:custGeom>
              <a:ln w="25908">
                <a:solidFill>
                  <a:srgbClr val="3A667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" name="object 22">
              <a:extLst>
                <a:ext uri="{FF2B5EF4-FFF2-40B4-BE49-F238E27FC236}">
                  <a16:creationId xmlns:a16="http://schemas.microsoft.com/office/drawing/2014/main" id="{95D30B6B-5F6B-4F05-BDA1-111B1C3F08DC}"/>
                </a:ext>
              </a:extLst>
            </p:cNvPr>
            <p:cNvSpPr txBox="1"/>
            <p:nvPr/>
          </p:nvSpPr>
          <p:spPr>
            <a:xfrm>
              <a:off x="1971548" y="3066110"/>
              <a:ext cx="1078230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10" dirty="0">
                  <a:solidFill>
                    <a:srgbClr val="FFFFFF"/>
                  </a:solidFill>
                  <a:latin typeface="Arial MT"/>
                  <a:cs typeface="Arial MT"/>
                </a:rPr>
                <a:t>++ST010_MDB</a:t>
              </a:r>
              <a:endParaRPr sz="1200" dirty="0">
                <a:latin typeface="Arial MT"/>
                <a:cs typeface="Arial MT"/>
              </a:endParaRPr>
            </a:p>
          </p:txBody>
        </p:sp>
        <p:grpSp>
          <p:nvGrpSpPr>
            <p:cNvPr id="19" name="object 23">
              <a:extLst>
                <a:ext uri="{FF2B5EF4-FFF2-40B4-BE49-F238E27FC236}">
                  <a16:creationId xmlns:a16="http://schemas.microsoft.com/office/drawing/2014/main" id="{93223F07-8435-462D-A6F2-B803D66B37E3}"/>
                </a:ext>
              </a:extLst>
            </p:cNvPr>
            <p:cNvGrpSpPr/>
            <p:nvPr/>
          </p:nvGrpSpPr>
          <p:grpSpPr>
            <a:xfrm>
              <a:off x="2472689" y="1754885"/>
              <a:ext cx="4623435" cy="2430145"/>
              <a:chOff x="2472689" y="1754885"/>
              <a:chExt cx="4623435" cy="2430145"/>
            </a:xfrm>
          </p:grpSpPr>
          <p:sp>
            <p:nvSpPr>
              <p:cNvPr id="20" name="object 24">
                <a:extLst>
                  <a:ext uri="{FF2B5EF4-FFF2-40B4-BE49-F238E27FC236}">
                    <a16:creationId xmlns:a16="http://schemas.microsoft.com/office/drawing/2014/main" id="{E272A576-9D80-4941-B2CC-B6838CF85AF7}"/>
                  </a:ext>
                </a:extLst>
              </p:cNvPr>
              <p:cNvSpPr/>
              <p:nvPr/>
            </p:nvSpPr>
            <p:spPr>
              <a:xfrm>
                <a:off x="2472690" y="1754885"/>
                <a:ext cx="223520" cy="2162810"/>
              </a:xfrm>
              <a:custGeom>
                <a:avLst/>
                <a:gdLst/>
                <a:ahLst/>
                <a:cxnLst/>
                <a:rect l="l" t="t" r="r" b="b"/>
                <a:pathLst>
                  <a:path w="223519" h="2162810">
                    <a:moveTo>
                      <a:pt x="223393" y="2124595"/>
                    </a:moveTo>
                    <a:lnTo>
                      <a:pt x="203581" y="2114689"/>
                    </a:lnTo>
                    <a:lnTo>
                      <a:pt x="147193" y="2086495"/>
                    </a:lnTo>
                    <a:lnTo>
                      <a:pt x="147193" y="2114689"/>
                    </a:lnTo>
                    <a:lnTo>
                      <a:pt x="48006" y="2114689"/>
                    </a:lnTo>
                    <a:lnTo>
                      <a:pt x="48006" y="1796808"/>
                    </a:lnTo>
                    <a:lnTo>
                      <a:pt x="76200" y="1796808"/>
                    </a:lnTo>
                    <a:lnTo>
                      <a:pt x="69850" y="1784108"/>
                    </a:lnTo>
                    <a:lnTo>
                      <a:pt x="38100" y="1720596"/>
                    </a:lnTo>
                    <a:lnTo>
                      <a:pt x="0" y="1796808"/>
                    </a:lnTo>
                    <a:lnTo>
                      <a:pt x="28194" y="1796808"/>
                    </a:lnTo>
                    <a:lnTo>
                      <a:pt x="28194" y="2134501"/>
                    </a:lnTo>
                    <a:lnTo>
                      <a:pt x="147193" y="2134501"/>
                    </a:lnTo>
                    <a:lnTo>
                      <a:pt x="147193" y="2162695"/>
                    </a:lnTo>
                    <a:lnTo>
                      <a:pt x="203581" y="2134501"/>
                    </a:lnTo>
                    <a:lnTo>
                      <a:pt x="223393" y="2124595"/>
                    </a:lnTo>
                    <a:close/>
                  </a:path>
                  <a:path w="223519" h="2162810">
                    <a:moveTo>
                      <a:pt x="223393" y="436626"/>
                    </a:moveTo>
                    <a:lnTo>
                      <a:pt x="203581" y="426720"/>
                    </a:lnTo>
                    <a:lnTo>
                      <a:pt x="147193" y="398526"/>
                    </a:lnTo>
                    <a:lnTo>
                      <a:pt x="147193" y="426720"/>
                    </a:lnTo>
                    <a:lnTo>
                      <a:pt x="48006" y="426720"/>
                    </a:lnTo>
                    <a:lnTo>
                      <a:pt x="48006" y="76200"/>
                    </a:lnTo>
                    <a:lnTo>
                      <a:pt x="76200" y="76200"/>
                    </a:lnTo>
                    <a:lnTo>
                      <a:pt x="69850" y="63500"/>
                    </a:lnTo>
                    <a:lnTo>
                      <a:pt x="38100" y="0"/>
                    </a:lnTo>
                    <a:lnTo>
                      <a:pt x="0" y="76200"/>
                    </a:lnTo>
                    <a:lnTo>
                      <a:pt x="28194" y="76200"/>
                    </a:lnTo>
                    <a:lnTo>
                      <a:pt x="28194" y="446532"/>
                    </a:lnTo>
                    <a:lnTo>
                      <a:pt x="147193" y="446532"/>
                    </a:lnTo>
                    <a:lnTo>
                      <a:pt x="147193" y="474726"/>
                    </a:lnTo>
                    <a:lnTo>
                      <a:pt x="203581" y="446532"/>
                    </a:lnTo>
                    <a:lnTo>
                      <a:pt x="223393" y="436626"/>
                    </a:lnTo>
                    <a:close/>
                  </a:path>
                </a:pathLst>
              </a:custGeom>
              <a:solidFill>
                <a:srgbClr val="0358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5">
                <a:extLst>
                  <a:ext uri="{FF2B5EF4-FFF2-40B4-BE49-F238E27FC236}">
                    <a16:creationId xmlns:a16="http://schemas.microsoft.com/office/drawing/2014/main" id="{F5FF55CD-089C-473D-A75C-CDAD208EC2F6}"/>
                  </a:ext>
                </a:extLst>
              </p:cNvPr>
              <p:cNvSpPr/>
              <p:nvPr/>
            </p:nvSpPr>
            <p:spPr>
              <a:xfrm>
                <a:off x="2696717" y="2146807"/>
                <a:ext cx="2134870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2134870" h="83185">
                    <a:moveTo>
                      <a:pt x="76073" y="6730"/>
                    </a:moveTo>
                    <a:lnTo>
                      <a:pt x="0" y="45211"/>
                    </a:lnTo>
                    <a:lnTo>
                      <a:pt x="76327" y="82930"/>
                    </a:lnTo>
                    <a:lnTo>
                      <a:pt x="76233" y="54863"/>
                    </a:lnTo>
                    <a:lnTo>
                      <a:pt x="63500" y="54863"/>
                    </a:lnTo>
                    <a:lnTo>
                      <a:pt x="63500" y="35051"/>
                    </a:lnTo>
                    <a:lnTo>
                      <a:pt x="76167" y="35008"/>
                    </a:lnTo>
                    <a:lnTo>
                      <a:pt x="76073" y="6730"/>
                    </a:lnTo>
                    <a:close/>
                  </a:path>
                  <a:path w="2134870" h="83185">
                    <a:moveTo>
                      <a:pt x="2115117" y="28193"/>
                    </a:moveTo>
                    <a:lnTo>
                      <a:pt x="2070989" y="28193"/>
                    </a:lnTo>
                    <a:lnTo>
                      <a:pt x="2071116" y="48005"/>
                    </a:lnTo>
                    <a:lnTo>
                      <a:pt x="2058402" y="48049"/>
                    </a:lnTo>
                    <a:lnTo>
                      <a:pt x="2058543" y="76199"/>
                    </a:lnTo>
                    <a:lnTo>
                      <a:pt x="2134616" y="37845"/>
                    </a:lnTo>
                    <a:lnTo>
                      <a:pt x="2115117" y="28193"/>
                    </a:lnTo>
                    <a:close/>
                  </a:path>
                  <a:path w="2134870" h="83185">
                    <a:moveTo>
                      <a:pt x="76167" y="35008"/>
                    </a:moveTo>
                    <a:lnTo>
                      <a:pt x="63500" y="35051"/>
                    </a:lnTo>
                    <a:lnTo>
                      <a:pt x="63500" y="54863"/>
                    </a:lnTo>
                    <a:lnTo>
                      <a:pt x="76233" y="54820"/>
                    </a:lnTo>
                    <a:lnTo>
                      <a:pt x="76167" y="35008"/>
                    </a:lnTo>
                    <a:close/>
                  </a:path>
                  <a:path w="2134870" h="83185">
                    <a:moveTo>
                      <a:pt x="76233" y="54820"/>
                    </a:moveTo>
                    <a:lnTo>
                      <a:pt x="63500" y="54863"/>
                    </a:lnTo>
                    <a:lnTo>
                      <a:pt x="76233" y="54863"/>
                    </a:lnTo>
                    <a:close/>
                  </a:path>
                  <a:path w="2134870" h="83185">
                    <a:moveTo>
                      <a:pt x="2058303" y="28237"/>
                    </a:moveTo>
                    <a:lnTo>
                      <a:pt x="76167" y="35008"/>
                    </a:lnTo>
                    <a:lnTo>
                      <a:pt x="76233" y="54820"/>
                    </a:lnTo>
                    <a:lnTo>
                      <a:pt x="2058402" y="48049"/>
                    </a:lnTo>
                    <a:lnTo>
                      <a:pt x="2058303" y="28237"/>
                    </a:lnTo>
                    <a:close/>
                  </a:path>
                  <a:path w="2134870" h="83185">
                    <a:moveTo>
                      <a:pt x="2070989" y="28193"/>
                    </a:moveTo>
                    <a:lnTo>
                      <a:pt x="2058303" y="28237"/>
                    </a:lnTo>
                    <a:lnTo>
                      <a:pt x="2058402" y="48049"/>
                    </a:lnTo>
                    <a:lnTo>
                      <a:pt x="2071116" y="48005"/>
                    </a:lnTo>
                    <a:lnTo>
                      <a:pt x="2070989" y="28193"/>
                    </a:lnTo>
                    <a:close/>
                  </a:path>
                  <a:path w="2134870" h="83185">
                    <a:moveTo>
                      <a:pt x="2058162" y="0"/>
                    </a:moveTo>
                    <a:lnTo>
                      <a:pt x="2058303" y="28237"/>
                    </a:lnTo>
                    <a:lnTo>
                      <a:pt x="2115117" y="28193"/>
                    </a:lnTo>
                    <a:lnTo>
                      <a:pt x="2058162" y="0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6">
                <a:extLst>
                  <a:ext uri="{FF2B5EF4-FFF2-40B4-BE49-F238E27FC236}">
                    <a16:creationId xmlns:a16="http://schemas.microsoft.com/office/drawing/2014/main" id="{C48CE26E-0721-454D-A465-D85CC3DCBF93}"/>
                  </a:ext>
                </a:extLst>
              </p:cNvPr>
              <p:cNvSpPr/>
              <p:nvPr/>
            </p:nvSpPr>
            <p:spPr>
              <a:xfrm>
                <a:off x="4829555" y="3573779"/>
                <a:ext cx="2266315" cy="611505"/>
              </a:xfrm>
              <a:custGeom>
                <a:avLst/>
                <a:gdLst/>
                <a:ahLst/>
                <a:cxnLst/>
                <a:rect l="l" t="t" r="r" b="b"/>
                <a:pathLst>
                  <a:path w="2266315" h="611504">
                    <a:moveTo>
                      <a:pt x="2164334" y="0"/>
                    </a:moveTo>
                    <a:lnTo>
                      <a:pt x="101853" y="0"/>
                    </a:lnTo>
                    <a:lnTo>
                      <a:pt x="62204" y="8002"/>
                    </a:lnTo>
                    <a:lnTo>
                      <a:pt x="29829" y="29829"/>
                    </a:lnTo>
                    <a:lnTo>
                      <a:pt x="8002" y="62204"/>
                    </a:lnTo>
                    <a:lnTo>
                      <a:pt x="0" y="101854"/>
                    </a:lnTo>
                    <a:lnTo>
                      <a:pt x="0" y="611124"/>
                    </a:lnTo>
                    <a:lnTo>
                      <a:pt x="2266187" y="611124"/>
                    </a:lnTo>
                    <a:lnTo>
                      <a:pt x="2266187" y="101854"/>
                    </a:lnTo>
                    <a:lnTo>
                      <a:pt x="2164334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3" name="object 27">
              <a:extLst>
                <a:ext uri="{FF2B5EF4-FFF2-40B4-BE49-F238E27FC236}">
                  <a16:creationId xmlns:a16="http://schemas.microsoft.com/office/drawing/2014/main" id="{6C440F1C-F8A9-42F8-B406-9F09296E0BDF}"/>
                </a:ext>
              </a:extLst>
            </p:cNvPr>
            <p:cNvSpPr txBox="1"/>
            <p:nvPr/>
          </p:nvSpPr>
          <p:spPr>
            <a:xfrm>
              <a:off x="4939410" y="3875913"/>
              <a:ext cx="199390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MODE_FG_GROUP_FB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24" name="object 28">
              <a:extLst>
                <a:ext uri="{FF2B5EF4-FFF2-40B4-BE49-F238E27FC236}">
                  <a16:creationId xmlns:a16="http://schemas.microsoft.com/office/drawing/2014/main" id="{0C4419E2-8E61-44A1-8258-EDBBA0D30680}"/>
                </a:ext>
              </a:extLst>
            </p:cNvPr>
            <p:cNvGrpSpPr/>
            <p:nvPr/>
          </p:nvGrpSpPr>
          <p:grpSpPr>
            <a:xfrm>
              <a:off x="1422653" y="2353055"/>
              <a:ext cx="8575040" cy="2426335"/>
              <a:chOff x="1422653" y="2353055"/>
              <a:chExt cx="8575040" cy="2426335"/>
            </a:xfrm>
          </p:grpSpPr>
          <p:sp>
            <p:nvSpPr>
              <p:cNvPr id="25" name="object 29">
                <a:extLst>
                  <a:ext uri="{FF2B5EF4-FFF2-40B4-BE49-F238E27FC236}">
                    <a16:creationId xmlns:a16="http://schemas.microsoft.com/office/drawing/2014/main" id="{14BB6E84-DF98-4D18-A298-27CB47EC91A9}"/>
                  </a:ext>
                </a:extLst>
              </p:cNvPr>
              <p:cNvSpPr/>
              <p:nvPr/>
            </p:nvSpPr>
            <p:spPr>
              <a:xfrm>
                <a:off x="2696717" y="3841241"/>
                <a:ext cx="2134870" cy="76835"/>
              </a:xfrm>
              <a:custGeom>
                <a:avLst/>
                <a:gdLst/>
                <a:ahLst/>
                <a:cxnLst/>
                <a:rect l="l" t="t" r="r" b="b"/>
                <a:pathLst>
                  <a:path w="2134870" h="76835">
                    <a:moveTo>
                      <a:pt x="2058335" y="48510"/>
                    </a:moveTo>
                    <a:lnTo>
                      <a:pt x="2058289" y="76707"/>
                    </a:lnTo>
                    <a:lnTo>
                      <a:pt x="2114770" y="48513"/>
                    </a:lnTo>
                    <a:lnTo>
                      <a:pt x="2058335" y="48510"/>
                    </a:lnTo>
                    <a:close/>
                  </a:path>
                  <a:path w="2134870" h="76835">
                    <a:moveTo>
                      <a:pt x="76200" y="0"/>
                    </a:moveTo>
                    <a:lnTo>
                      <a:pt x="0" y="38099"/>
                    </a:lnTo>
                    <a:lnTo>
                      <a:pt x="76200" y="76199"/>
                    </a:lnTo>
                    <a:lnTo>
                      <a:pt x="76200" y="48009"/>
                    </a:lnTo>
                    <a:lnTo>
                      <a:pt x="63500" y="48005"/>
                    </a:lnTo>
                    <a:lnTo>
                      <a:pt x="63500" y="28193"/>
                    </a:lnTo>
                    <a:lnTo>
                      <a:pt x="76200" y="28193"/>
                    </a:lnTo>
                    <a:lnTo>
                      <a:pt x="76200" y="0"/>
                    </a:lnTo>
                    <a:close/>
                  </a:path>
                  <a:path w="2134870" h="76835">
                    <a:moveTo>
                      <a:pt x="2058369" y="28698"/>
                    </a:moveTo>
                    <a:lnTo>
                      <a:pt x="2058335" y="48510"/>
                    </a:lnTo>
                    <a:lnTo>
                      <a:pt x="2071116" y="48513"/>
                    </a:lnTo>
                    <a:lnTo>
                      <a:pt x="2071116" y="28701"/>
                    </a:lnTo>
                    <a:lnTo>
                      <a:pt x="2058369" y="28698"/>
                    </a:lnTo>
                    <a:close/>
                  </a:path>
                  <a:path w="2134870" h="76835">
                    <a:moveTo>
                      <a:pt x="2058416" y="507"/>
                    </a:moveTo>
                    <a:lnTo>
                      <a:pt x="2058369" y="28698"/>
                    </a:lnTo>
                    <a:lnTo>
                      <a:pt x="2071116" y="28701"/>
                    </a:lnTo>
                    <a:lnTo>
                      <a:pt x="2071116" y="48513"/>
                    </a:lnTo>
                    <a:lnTo>
                      <a:pt x="2114777" y="48510"/>
                    </a:lnTo>
                    <a:lnTo>
                      <a:pt x="2134616" y="38607"/>
                    </a:lnTo>
                    <a:lnTo>
                      <a:pt x="2058416" y="507"/>
                    </a:lnTo>
                    <a:close/>
                  </a:path>
                  <a:path w="2134870" h="76835">
                    <a:moveTo>
                      <a:pt x="76200" y="28197"/>
                    </a:moveTo>
                    <a:lnTo>
                      <a:pt x="76200" y="48009"/>
                    </a:lnTo>
                    <a:lnTo>
                      <a:pt x="2058335" y="48510"/>
                    </a:lnTo>
                    <a:lnTo>
                      <a:pt x="2058369" y="28698"/>
                    </a:lnTo>
                    <a:lnTo>
                      <a:pt x="76200" y="28197"/>
                    </a:lnTo>
                    <a:close/>
                  </a:path>
                  <a:path w="2134870" h="76835">
                    <a:moveTo>
                      <a:pt x="63500" y="28193"/>
                    </a:moveTo>
                    <a:lnTo>
                      <a:pt x="63500" y="48005"/>
                    </a:lnTo>
                    <a:lnTo>
                      <a:pt x="76200" y="48009"/>
                    </a:lnTo>
                    <a:lnTo>
                      <a:pt x="76200" y="28197"/>
                    </a:lnTo>
                    <a:lnTo>
                      <a:pt x="63500" y="28193"/>
                    </a:lnTo>
                    <a:close/>
                  </a:path>
                  <a:path w="2134870" h="76835">
                    <a:moveTo>
                      <a:pt x="76200" y="28193"/>
                    </a:moveTo>
                    <a:lnTo>
                      <a:pt x="63500" y="28193"/>
                    </a:lnTo>
                    <a:lnTo>
                      <a:pt x="76200" y="28197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30">
                <a:extLst>
                  <a:ext uri="{FF2B5EF4-FFF2-40B4-BE49-F238E27FC236}">
                    <a16:creationId xmlns:a16="http://schemas.microsoft.com/office/drawing/2014/main" id="{5B50CA43-5780-4692-829C-1CD07A465A3D}"/>
                  </a:ext>
                </a:extLst>
              </p:cNvPr>
              <p:cNvSpPr/>
              <p:nvPr/>
            </p:nvSpPr>
            <p:spPr>
              <a:xfrm>
                <a:off x="1422654" y="2353055"/>
                <a:ext cx="1273175" cy="1889760"/>
              </a:xfrm>
              <a:custGeom>
                <a:avLst/>
                <a:gdLst/>
                <a:ahLst/>
                <a:cxnLst/>
                <a:rect l="l" t="t" r="r" b="b"/>
                <a:pathLst>
                  <a:path w="1273175" h="1889760">
                    <a:moveTo>
                      <a:pt x="1273048" y="57150"/>
                    </a:moveTo>
                    <a:lnTo>
                      <a:pt x="1234948" y="38100"/>
                    </a:lnTo>
                    <a:lnTo>
                      <a:pt x="1158748" y="0"/>
                    </a:lnTo>
                    <a:lnTo>
                      <a:pt x="1158748" y="38100"/>
                    </a:lnTo>
                    <a:lnTo>
                      <a:pt x="177927" y="38100"/>
                    </a:lnTo>
                    <a:lnTo>
                      <a:pt x="177927" y="589788"/>
                    </a:lnTo>
                    <a:lnTo>
                      <a:pt x="0" y="589788"/>
                    </a:lnTo>
                    <a:lnTo>
                      <a:pt x="0" y="590550"/>
                    </a:lnTo>
                    <a:lnTo>
                      <a:pt x="0" y="627888"/>
                    </a:lnTo>
                    <a:lnTo>
                      <a:pt x="0" y="628650"/>
                    </a:lnTo>
                    <a:lnTo>
                      <a:pt x="169164" y="628650"/>
                    </a:lnTo>
                    <a:lnTo>
                      <a:pt x="169164" y="1851533"/>
                    </a:lnTo>
                    <a:lnTo>
                      <a:pt x="1158748" y="1851533"/>
                    </a:lnTo>
                    <a:lnTo>
                      <a:pt x="1158748" y="1889633"/>
                    </a:lnTo>
                    <a:lnTo>
                      <a:pt x="1234948" y="1851533"/>
                    </a:lnTo>
                    <a:lnTo>
                      <a:pt x="1273048" y="1832483"/>
                    </a:lnTo>
                    <a:lnTo>
                      <a:pt x="1234948" y="1813433"/>
                    </a:lnTo>
                    <a:lnTo>
                      <a:pt x="1158748" y="1775333"/>
                    </a:lnTo>
                    <a:lnTo>
                      <a:pt x="1158748" y="1813433"/>
                    </a:lnTo>
                    <a:lnTo>
                      <a:pt x="207264" y="1813433"/>
                    </a:lnTo>
                    <a:lnTo>
                      <a:pt x="207264" y="628650"/>
                    </a:lnTo>
                    <a:lnTo>
                      <a:pt x="216027" y="628650"/>
                    </a:lnTo>
                    <a:lnTo>
                      <a:pt x="216027" y="609600"/>
                    </a:lnTo>
                    <a:lnTo>
                      <a:pt x="216027" y="590550"/>
                    </a:lnTo>
                    <a:lnTo>
                      <a:pt x="216027" y="76200"/>
                    </a:lnTo>
                    <a:lnTo>
                      <a:pt x="1158748" y="76200"/>
                    </a:lnTo>
                    <a:lnTo>
                      <a:pt x="1158748" y="114300"/>
                    </a:lnTo>
                    <a:lnTo>
                      <a:pt x="1234948" y="76200"/>
                    </a:lnTo>
                    <a:lnTo>
                      <a:pt x="1273048" y="5715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238AAF5D-B882-4748-8429-4E5EE1E7AE84}"/>
                  </a:ext>
                </a:extLst>
              </p:cNvPr>
              <p:cNvSpPr/>
              <p:nvPr/>
            </p:nvSpPr>
            <p:spPr>
              <a:xfrm>
                <a:off x="7880603" y="3380231"/>
                <a:ext cx="2117090" cy="1399540"/>
              </a:xfrm>
              <a:custGeom>
                <a:avLst/>
                <a:gdLst/>
                <a:ahLst/>
                <a:cxnLst/>
                <a:rect l="l" t="t" r="r" b="b"/>
                <a:pathLst>
                  <a:path w="2117090" h="1399539">
                    <a:moveTo>
                      <a:pt x="1883664" y="0"/>
                    </a:moveTo>
                    <a:lnTo>
                      <a:pt x="233172" y="0"/>
                    </a:lnTo>
                    <a:lnTo>
                      <a:pt x="186179" y="4737"/>
                    </a:lnTo>
                    <a:lnTo>
                      <a:pt x="142410" y="18323"/>
                    </a:lnTo>
                    <a:lnTo>
                      <a:pt x="102803" y="39821"/>
                    </a:lnTo>
                    <a:lnTo>
                      <a:pt x="68294" y="68294"/>
                    </a:lnTo>
                    <a:lnTo>
                      <a:pt x="39821" y="102803"/>
                    </a:lnTo>
                    <a:lnTo>
                      <a:pt x="18323" y="142410"/>
                    </a:lnTo>
                    <a:lnTo>
                      <a:pt x="4737" y="186179"/>
                    </a:lnTo>
                    <a:lnTo>
                      <a:pt x="0" y="233172"/>
                    </a:lnTo>
                    <a:lnTo>
                      <a:pt x="0" y="1399032"/>
                    </a:lnTo>
                    <a:lnTo>
                      <a:pt x="2116836" y="1399032"/>
                    </a:lnTo>
                    <a:lnTo>
                      <a:pt x="2116836" y="233172"/>
                    </a:lnTo>
                    <a:lnTo>
                      <a:pt x="1883664" y="0"/>
                    </a:lnTo>
                    <a:close/>
                  </a:path>
                </a:pathLst>
              </a:custGeom>
              <a:solidFill>
                <a:srgbClr val="395A6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8" name="object 32">
              <a:extLst>
                <a:ext uri="{FF2B5EF4-FFF2-40B4-BE49-F238E27FC236}">
                  <a16:creationId xmlns:a16="http://schemas.microsoft.com/office/drawing/2014/main" id="{CA055F92-7249-460B-BA18-40154575BE0F}"/>
                </a:ext>
              </a:extLst>
            </p:cNvPr>
            <p:cNvSpPr txBox="1"/>
            <p:nvPr/>
          </p:nvSpPr>
          <p:spPr>
            <a:xfrm>
              <a:off x="8029193" y="3722370"/>
              <a:ext cx="175958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dirty="0">
                  <a:solidFill>
                    <a:srgbClr val="FFFFFF"/>
                  </a:solidFill>
                  <a:latin typeface="Arial"/>
                  <a:cs typeface="Arial"/>
                </a:rPr>
                <a:t>++ </a:t>
              </a: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ST010+IR001_FB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29" name="object 33">
              <a:extLst>
                <a:ext uri="{FF2B5EF4-FFF2-40B4-BE49-F238E27FC236}">
                  <a16:creationId xmlns:a16="http://schemas.microsoft.com/office/drawing/2014/main" id="{B853676B-48F3-4C47-B233-9F0F1A33B988}"/>
                </a:ext>
              </a:extLst>
            </p:cNvPr>
            <p:cNvSpPr/>
            <p:nvPr/>
          </p:nvSpPr>
          <p:spPr>
            <a:xfrm>
              <a:off x="10015728" y="3584447"/>
              <a:ext cx="1477010" cy="589915"/>
            </a:xfrm>
            <a:custGeom>
              <a:avLst/>
              <a:gdLst/>
              <a:ahLst/>
              <a:cxnLst/>
              <a:rect l="l" t="t" r="r" b="b"/>
              <a:pathLst>
                <a:path w="1477009" h="589914">
                  <a:moveTo>
                    <a:pt x="1378458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8"/>
                  </a:lnTo>
                  <a:lnTo>
                    <a:pt x="0" y="589788"/>
                  </a:lnTo>
                  <a:lnTo>
                    <a:pt x="1476756" y="589788"/>
                  </a:lnTo>
                  <a:lnTo>
                    <a:pt x="1476756" y="98298"/>
                  </a:lnTo>
                  <a:lnTo>
                    <a:pt x="1378458" y="0"/>
                  </a:lnTo>
                  <a:close/>
                </a:path>
              </a:pathLst>
            </a:custGeom>
            <a:solidFill>
              <a:srgbClr val="53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4">
              <a:extLst>
                <a:ext uri="{FF2B5EF4-FFF2-40B4-BE49-F238E27FC236}">
                  <a16:creationId xmlns:a16="http://schemas.microsoft.com/office/drawing/2014/main" id="{FE8A2DB4-745F-4979-A70B-224C62A0C704}"/>
                </a:ext>
              </a:extLst>
            </p:cNvPr>
            <p:cNvSpPr txBox="1"/>
            <p:nvPr/>
          </p:nvSpPr>
          <p:spPr>
            <a:xfrm>
              <a:off x="10124693" y="3884802"/>
              <a:ext cx="124269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MODE_FG_FB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31" name="object 35">
              <a:extLst>
                <a:ext uri="{FF2B5EF4-FFF2-40B4-BE49-F238E27FC236}">
                  <a16:creationId xmlns:a16="http://schemas.microsoft.com/office/drawing/2014/main" id="{435A9BF3-81C1-4AB9-861D-735B32830595}"/>
                </a:ext>
              </a:extLst>
            </p:cNvPr>
            <p:cNvGrpSpPr/>
            <p:nvPr/>
          </p:nvGrpSpPr>
          <p:grpSpPr>
            <a:xfrm>
              <a:off x="6868604" y="2907728"/>
              <a:ext cx="1755775" cy="683260"/>
              <a:chOff x="6868604" y="2907728"/>
              <a:chExt cx="1755775" cy="683260"/>
            </a:xfrm>
          </p:grpSpPr>
          <p:sp>
            <p:nvSpPr>
              <p:cNvPr id="32" name="object 36">
                <a:extLst>
                  <a:ext uri="{FF2B5EF4-FFF2-40B4-BE49-F238E27FC236}">
                    <a16:creationId xmlns:a16="http://schemas.microsoft.com/office/drawing/2014/main" id="{2CF93195-46A6-4D90-B874-89C372CAAF27}"/>
                  </a:ext>
                </a:extLst>
              </p:cNvPr>
              <p:cNvSpPr/>
              <p:nvPr/>
            </p:nvSpPr>
            <p:spPr>
              <a:xfrm>
                <a:off x="6881622" y="2920746"/>
                <a:ext cx="1729739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729740" h="657225">
                    <a:moveTo>
                      <a:pt x="864869" y="0"/>
                    </a:moveTo>
                    <a:lnTo>
                      <a:pt x="786150" y="447"/>
                    </a:lnTo>
                    <a:lnTo>
                      <a:pt x="709410" y="1764"/>
                    </a:lnTo>
                    <a:lnTo>
                      <a:pt x="634955" y="3911"/>
                    </a:lnTo>
                    <a:lnTo>
                      <a:pt x="563091" y="6849"/>
                    </a:lnTo>
                    <a:lnTo>
                      <a:pt x="494123" y="10541"/>
                    </a:lnTo>
                    <a:lnTo>
                      <a:pt x="428356" y="14948"/>
                    </a:lnTo>
                    <a:lnTo>
                      <a:pt x="366096" y="20030"/>
                    </a:lnTo>
                    <a:lnTo>
                      <a:pt x="307648" y="25749"/>
                    </a:lnTo>
                    <a:lnTo>
                      <a:pt x="253317" y="32067"/>
                    </a:lnTo>
                    <a:lnTo>
                      <a:pt x="203409" y="38944"/>
                    </a:lnTo>
                    <a:lnTo>
                      <a:pt x="158228" y="46343"/>
                    </a:lnTo>
                    <a:lnTo>
                      <a:pt x="118081" y="54224"/>
                    </a:lnTo>
                    <a:lnTo>
                      <a:pt x="54109" y="71278"/>
                    </a:lnTo>
                    <a:lnTo>
                      <a:pt x="13934" y="89798"/>
                    </a:lnTo>
                    <a:lnTo>
                      <a:pt x="0" y="109474"/>
                    </a:lnTo>
                    <a:lnTo>
                      <a:pt x="0" y="547370"/>
                    </a:lnTo>
                    <a:lnTo>
                      <a:pt x="30894" y="576469"/>
                    </a:lnTo>
                    <a:lnTo>
                      <a:pt x="83273" y="594295"/>
                    </a:lnTo>
                    <a:lnTo>
                      <a:pt x="158228" y="610500"/>
                    </a:lnTo>
                    <a:lnTo>
                      <a:pt x="203409" y="617899"/>
                    </a:lnTo>
                    <a:lnTo>
                      <a:pt x="253317" y="624776"/>
                    </a:lnTo>
                    <a:lnTo>
                      <a:pt x="307648" y="631094"/>
                    </a:lnTo>
                    <a:lnTo>
                      <a:pt x="366096" y="636813"/>
                    </a:lnTo>
                    <a:lnTo>
                      <a:pt x="428356" y="641895"/>
                    </a:lnTo>
                    <a:lnTo>
                      <a:pt x="494123" y="646302"/>
                    </a:lnTo>
                    <a:lnTo>
                      <a:pt x="563091" y="649994"/>
                    </a:lnTo>
                    <a:lnTo>
                      <a:pt x="634955" y="652932"/>
                    </a:lnTo>
                    <a:lnTo>
                      <a:pt x="709410" y="655079"/>
                    </a:lnTo>
                    <a:lnTo>
                      <a:pt x="786150" y="656396"/>
                    </a:lnTo>
                    <a:lnTo>
                      <a:pt x="864869" y="656844"/>
                    </a:lnTo>
                    <a:lnTo>
                      <a:pt x="943589" y="656396"/>
                    </a:lnTo>
                    <a:lnTo>
                      <a:pt x="1020329" y="655079"/>
                    </a:lnTo>
                    <a:lnTo>
                      <a:pt x="1094784" y="652932"/>
                    </a:lnTo>
                    <a:lnTo>
                      <a:pt x="1166648" y="649994"/>
                    </a:lnTo>
                    <a:lnTo>
                      <a:pt x="1235616" y="646302"/>
                    </a:lnTo>
                    <a:lnTo>
                      <a:pt x="1301383" y="641895"/>
                    </a:lnTo>
                    <a:lnTo>
                      <a:pt x="1363643" y="636813"/>
                    </a:lnTo>
                    <a:lnTo>
                      <a:pt x="1422091" y="631094"/>
                    </a:lnTo>
                    <a:lnTo>
                      <a:pt x="1476422" y="624776"/>
                    </a:lnTo>
                    <a:lnTo>
                      <a:pt x="1526330" y="617899"/>
                    </a:lnTo>
                    <a:lnTo>
                      <a:pt x="1571511" y="610500"/>
                    </a:lnTo>
                    <a:lnTo>
                      <a:pt x="1611658" y="602619"/>
                    </a:lnTo>
                    <a:lnTo>
                      <a:pt x="1675630" y="585565"/>
                    </a:lnTo>
                    <a:lnTo>
                      <a:pt x="1715805" y="567045"/>
                    </a:lnTo>
                    <a:lnTo>
                      <a:pt x="1729739" y="547370"/>
                    </a:lnTo>
                    <a:lnTo>
                      <a:pt x="1729739" y="109474"/>
                    </a:lnTo>
                    <a:lnTo>
                      <a:pt x="1698845" y="80374"/>
                    </a:lnTo>
                    <a:lnTo>
                      <a:pt x="1646466" y="62548"/>
                    </a:lnTo>
                    <a:lnTo>
                      <a:pt x="1571511" y="46343"/>
                    </a:lnTo>
                    <a:lnTo>
                      <a:pt x="1526330" y="38944"/>
                    </a:lnTo>
                    <a:lnTo>
                      <a:pt x="1476422" y="32067"/>
                    </a:lnTo>
                    <a:lnTo>
                      <a:pt x="1422091" y="25749"/>
                    </a:lnTo>
                    <a:lnTo>
                      <a:pt x="1363643" y="20030"/>
                    </a:lnTo>
                    <a:lnTo>
                      <a:pt x="1301383" y="14948"/>
                    </a:lnTo>
                    <a:lnTo>
                      <a:pt x="1235616" y="10541"/>
                    </a:lnTo>
                    <a:lnTo>
                      <a:pt x="1166648" y="6849"/>
                    </a:lnTo>
                    <a:lnTo>
                      <a:pt x="1094784" y="3911"/>
                    </a:lnTo>
                    <a:lnTo>
                      <a:pt x="1020329" y="1764"/>
                    </a:lnTo>
                    <a:lnTo>
                      <a:pt x="943589" y="447"/>
                    </a:lnTo>
                    <a:lnTo>
                      <a:pt x="864869" y="0"/>
                    </a:lnTo>
                    <a:close/>
                  </a:path>
                </a:pathLst>
              </a:custGeom>
              <a:solidFill>
                <a:srgbClr val="94ACC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7">
                <a:extLst>
                  <a:ext uri="{FF2B5EF4-FFF2-40B4-BE49-F238E27FC236}">
                    <a16:creationId xmlns:a16="http://schemas.microsoft.com/office/drawing/2014/main" id="{BAF77719-38F1-4C4B-888D-B21909EBCD1C}"/>
                  </a:ext>
                </a:extLst>
              </p:cNvPr>
              <p:cNvSpPr/>
              <p:nvPr/>
            </p:nvSpPr>
            <p:spPr>
              <a:xfrm>
                <a:off x="6881622" y="2920746"/>
                <a:ext cx="1729739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729740" h="657225">
                    <a:moveTo>
                      <a:pt x="1729740" y="109474"/>
                    </a:moveTo>
                    <a:lnTo>
                      <a:pt x="1698845" y="138573"/>
                    </a:lnTo>
                    <a:lnTo>
                      <a:pt x="1646466" y="156399"/>
                    </a:lnTo>
                    <a:lnTo>
                      <a:pt x="1571511" y="172604"/>
                    </a:lnTo>
                    <a:lnTo>
                      <a:pt x="1526330" y="180003"/>
                    </a:lnTo>
                    <a:lnTo>
                      <a:pt x="1476422" y="186880"/>
                    </a:lnTo>
                    <a:lnTo>
                      <a:pt x="1422091" y="193198"/>
                    </a:lnTo>
                    <a:lnTo>
                      <a:pt x="1363643" y="198917"/>
                    </a:lnTo>
                    <a:lnTo>
                      <a:pt x="1301383" y="203999"/>
                    </a:lnTo>
                    <a:lnTo>
                      <a:pt x="1235616" y="208406"/>
                    </a:lnTo>
                    <a:lnTo>
                      <a:pt x="1166648" y="212098"/>
                    </a:lnTo>
                    <a:lnTo>
                      <a:pt x="1094784" y="215036"/>
                    </a:lnTo>
                    <a:lnTo>
                      <a:pt x="1020329" y="217183"/>
                    </a:lnTo>
                    <a:lnTo>
                      <a:pt x="943589" y="218500"/>
                    </a:lnTo>
                    <a:lnTo>
                      <a:pt x="864870" y="218948"/>
                    </a:lnTo>
                    <a:lnTo>
                      <a:pt x="786150" y="218500"/>
                    </a:lnTo>
                    <a:lnTo>
                      <a:pt x="709410" y="217183"/>
                    </a:lnTo>
                    <a:lnTo>
                      <a:pt x="634955" y="215036"/>
                    </a:lnTo>
                    <a:lnTo>
                      <a:pt x="563091" y="212098"/>
                    </a:lnTo>
                    <a:lnTo>
                      <a:pt x="494123" y="208406"/>
                    </a:lnTo>
                    <a:lnTo>
                      <a:pt x="428356" y="203999"/>
                    </a:lnTo>
                    <a:lnTo>
                      <a:pt x="366096" y="198917"/>
                    </a:lnTo>
                    <a:lnTo>
                      <a:pt x="307648" y="193198"/>
                    </a:lnTo>
                    <a:lnTo>
                      <a:pt x="253317" y="186880"/>
                    </a:lnTo>
                    <a:lnTo>
                      <a:pt x="203409" y="180003"/>
                    </a:lnTo>
                    <a:lnTo>
                      <a:pt x="158228" y="172604"/>
                    </a:lnTo>
                    <a:lnTo>
                      <a:pt x="118081" y="164723"/>
                    </a:lnTo>
                    <a:lnTo>
                      <a:pt x="54109" y="147669"/>
                    </a:lnTo>
                    <a:lnTo>
                      <a:pt x="13934" y="129149"/>
                    </a:lnTo>
                    <a:lnTo>
                      <a:pt x="3534" y="119437"/>
                    </a:lnTo>
                    <a:lnTo>
                      <a:pt x="0" y="109474"/>
                    </a:lnTo>
                  </a:path>
                  <a:path w="1729740" h="657225">
                    <a:moveTo>
                      <a:pt x="0" y="109474"/>
                    </a:moveTo>
                    <a:lnTo>
                      <a:pt x="30894" y="80374"/>
                    </a:lnTo>
                    <a:lnTo>
                      <a:pt x="83273" y="62548"/>
                    </a:lnTo>
                    <a:lnTo>
                      <a:pt x="158228" y="46343"/>
                    </a:lnTo>
                    <a:lnTo>
                      <a:pt x="203409" y="38944"/>
                    </a:lnTo>
                    <a:lnTo>
                      <a:pt x="253317" y="32067"/>
                    </a:lnTo>
                    <a:lnTo>
                      <a:pt x="307648" y="25749"/>
                    </a:lnTo>
                    <a:lnTo>
                      <a:pt x="366096" y="20030"/>
                    </a:lnTo>
                    <a:lnTo>
                      <a:pt x="428356" y="14948"/>
                    </a:lnTo>
                    <a:lnTo>
                      <a:pt x="494123" y="10541"/>
                    </a:lnTo>
                    <a:lnTo>
                      <a:pt x="563091" y="6849"/>
                    </a:lnTo>
                    <a:lnTo>
                      <a:pt x="634955" y="3911"/>
                    </a:lnTo>
                    <a:lnTo>
                      <a:pt x="709410" y="1764"/>
                    </a:lnTo>
                    <a:lnTo>
                      <a:pt x="786150" y="447"/>
                    </a:lnTo>
                    <a:lnTo>
                      <a:pt x="864870" y="0"/>
                    </a:lnTo>
                    <a:lnTo>
                      <a:pt x="943589" y="447"/>
                    </a:lnTo>
                    <a:lnTo>
                      <a:pt x="1020329" y="1764"/>
                    </a:lnTo>
                    <a:lnTo>
                      <a:pt x="1094784" y="3911"/>
                    </a:lnTo>
                    <a:lnTo>
                      <a:pt x="1166648" y="6849"/>
                    </a:lnTo>
                    <a:lnTo>
                      <a:pt x="1235616" y="10541"/>
                    </a:lnTo>
                    <a:lnTo>
                      <a:pt x="1301383" y="14948"/>
                    </a:lnTo>
                    <a:lnTo>
                      <a:pt x="1363643" y="20030"/>
                    </a:lnTo>
                    <a:lnTo>
                      <a:pt x="1422091" y="25749"/>
                    </a:lnTo>
                    <a:lnTo>
                      <a:pt x="1476422" y="32067"/>
                    </a:lnTo>
                    <a:lnTo>
                      <a:pt x="1526330" y="38944"/>
                    </a:lnTo>
                    <a:lnTo>
                      <a:pt x="1571511" y="46343"/>
                    </a:lnTo>
                    <a:lnTo>
                      <a:pt x="1611658" y="54224"/>
                    </a:lnTo>
                    <a:lnTo>
                      <a:pt x="1675630" y="71278"/>
                    </a:lnTo>
                    <a:lnTo>
                      <a:pt x="1715805" y="89798"/>
                    </a:lnTo>
                    <a:lnTo>
                      <a:pt x="1729740" y="109474"/>
                    </a:lnTo>
                    <a:lnTo>
                      <a:pt x="1729740" y="547370"/>
                    </a:lnTo>
                    <a:lnTo>
                      <a:pt x="1698845" y="576469"/>
                    </a:lnTo>
                    <a:lnTo>
                      <a:pt x="1646466" y="594295"/>
                    </a:lnTo>
                    <a:lnTo>
                      <a:pt x="1571511" y="610500"/>
                    </a:lnTo>
                    <a:lnTo>
                      <a:pt x="1526330" y="617899"/>
                    </a:lnTo>
                    <a:lnTo>
                      <a:pt x="1476422" y="624776"/>
                    </a:lnTo>
                    <a:lnTo>
                      <a:pt x="1422091" y="631094"/>
                    </a:lnTo>
                    <a:lnTo>
                      <a:pt x="1363643" y="636813"/>
                    </a:lnTo>
                    <a:lnTo>
                      <a:pt x="1301383" y="641895"/>
                    </a:lnTo>
                    <a:lnTo>
                      <a:pt x="1235616" y="646302"/>
                    </a:lnTo>
                    <a:lnTo>
                      <a:pt x="1166648" y="649994"/>
                    </a:lnTo>
                    <a:lnTo>
                      <a:pt x="1094784" y="652932"/>
                    </a:lnTo>
                    <a:lnTo>
                      <a:pt x="1020329" y="655079"/>
                    </a:lnTo>
                    <a:lnTo>
                      <a:pt x="943589" y="656396"/>
                    </a:lnTo>
                    <a:lnTo>
                      <a:pt x="864870" y="656844"/>
                    </a:lnTo>
                    <a:lnTo>
                      <a:pt x="786150" y="656396"/>
                    </a:lnTo>
                    <a:lnTo>
                      <a:pt x="709410" y="655079"/>
                    </a:lnTo>
                    <a:lnTo>
                      <a:pt x="634955" y="652932"/>
                    </a:lnTo>
                    <a:lnTo>
                      <a:pt x="563091" y="649994"/>
                    </a:lnTo>
                    <a:lnTo>
                      <a:pt x="494123" y="646302"/>
                    </a:lnTo>
                    <a:lnTo>
                      <a:pt x="428356" y="641895"/>
                    </a:lnTo>
                    <a:lnTo>
                      <a:pt x="366096" y="636813"/>
                    </a:lnTo>
                    <a:lnTo>
                      <a:pt x="307648" y="631094"/>
                    </a:lnTo>
                    <a:lnTo>
                      <a:pt x="253317" y="624776"/>
                    </a:lnTo>
                    <a:lnTo>
                      <a:pt x="203409" y="617899"/>
                    </a:lnTo>
                    <a:lnTo>
                      <a:pt x="158228" y="610500"/>
                    </a:lnTo>
                    <a:lnTo>
                      <a:pt x="118081" y="602619"/>
                    </a:lnTo>
                    <a:lnTo>
                      <a:pt x="54109" y="585565"/>
                    </a:lnTo>
                    <a:lnTo>
                      <a:pt x="13934" y="567045"/>
                    </a:lnTo>
                    <a:lnTo>
                      <a:pt x="0" y="547370"/>
                    </a:lnTo>
                    <a:lnTo>
                      <a:pt x="0" y="109474"/>
                    </a:lnTo>
                    <a:close/>
                  </a:path>
                </a:pathLst>
              </a:custGeom>
              <a:ln w="25908">
                <a:solidFill>
                  <a:srgbClr val="3A667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4" name="object 38">
              <a:extLst>
                <a:ext uri="{FF2B5EF4-FFF2-40B4-BE49-F238E27FC236}">
                  <a16:creationId xmlns:a16="http://schemas.microsoft.com/office/drawing/2014/main" id="{270E323D-07D9-4CBE-940B-606A478DD0A4}"/>
                </a:ext>
              </a:extLst>
            </p:cNvPr>
            <p:cNvSpPr txBox="1"/>
            <p:nvPr/>
          </p:nvSpPr>
          <p:spPr>
            <a:xfrm>
              <a:off x="6961123" y="3167583"/>
              <a:ext cx="1572260" cy="2089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10" dirty="0">
                  <a:solidFill>
                    <a:srgbClr val="FFFFFF"/>
                  </a:solidFill>
                  <a:latin typeface="Arial MT"/>
                  <a:cs typeface="Arial MT"/>
                </a:rPr>
                <a:t>++ST010+IR001_MDB</a:t>
              </a:r>
              <a:endParaRPr sz="1200">
                <a:latin typeface="Arial MT"/>
                <a:cs typeface="Arial MT"/>
              </a:endParaRPr>
            </a:p>
          </p:txBody>
        </p:sp>
        <p:grpSp>
          <p:nvGrpSpPr>
            <p:cNvPr id="35" name="object 39">
              <a:extLst>
                <a:ext uri="{FF2B5EF4-FFF2-40B4-BE49-F238E27FC236}">
                  <a16:creationId xmlns:a16="http://schemas.microsoft.com/office/drawing/2014/main" id="{7AE6CA29-0404-422C-9BBD-5E31C64F7D3A}"/>
                </a:ext>
              </a:extLst>
            </p:cNvPr>
            <p:cNvGrpSpPr/>
            <p:nvPr/>
          </p:nvGrpSpPr>
          <p:grpSpPr>
            <a:xfrm>
              <a:off x="7709154" y="3577590"/>
              <a:ext cx="4422140" cy="1202055"/>
              <a:chOff x="7709154" y="3577590"/>
              <a:chExt cx="4422140" cy="1202055"/>
            </a:xfrm>
          </p:grpSpPr>
          <p:sp>
            <p:nvSpPr>
              <p:cNvPr id="36" name="object 40">
                <a:extLst>
                  <a:ext uri="{FF2B5EF4-FFF2-40B4-BE49-F238E27FC236}">
                    <a16:creationId xmlns:a16="http://schemas.microsoft.com/office/drawing/2014/main" id="{F269B52E-4B8A-4DFD-9EC0-894CEAD604ED}"/>
                  </a:ext>
                </a:extLst>
              </p:cNvPr>
              <p:cNvSpPr/>
              <p:nvPr/>
            </p:nvSpPr>
            <p:spPr>
              <a:xfrm>
                <a:off x="7709154" y="3577590"/>
                <a:ext cx="173355" cy="54165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541654">
                    <a:moveTo>
                      <a:pt x="97155" y="465455"/>
                    </a:moveTo>
                    <a:lnTo>
                      <a:pt x="97155" y="541655"/>
                    </a:lnTo>
                    <a:lnTo>
                      <a:pt x="153543" y="513461"/>
                    </a:lnTo>
                    <a:lnTo>
                      <a:pt x="109855" y="513461"/>
                    </a:lnTo>
                    <a:lnTo>
                      <a:pt x="109855" y="493648"/>
                    </a:lnTo>
                    <a:lnTo>
                      <a:pt x="153543" y="493648"/>
                    </a:lnTo>
                    <a:lnTo>
                      <a:pt x="97155" y="465455"/>
                    </a:lnTo>
                    <a:close/>
                  </a:path>
                  <a:path w="173354" h="541654">
                    <a:moveTo>
                      <a:pt x="48006" y="63500"/>
                    </a:moveTo>
                    <a:lnTo>
                      <a:pt x="28194" y="63500"/>
                    </a:lnTo>
                    <a:lnTo>
                      <a:pt x="28194" y="513461"/>
                    </a:lnTo>
                    <a:lnTo>
                      <a:pt x="97155" y="513461"/>
                    </a:lnTo>
                    <a:lnTo>
                      <a:pt x="97155" y="503555"/>
                    </a:lnTo>
                    <a:lnTo>
                      <a:pt x="48006" y="503555"/>
                    </a:lnTo>
                    <a:lnTo>
                      <a:pt x="38100" y="493648"/>
                    </a:lnTo>
                    <a:lnTo>
                      <a:pt x="48006" y="493648"/>
                    </a:lnTo>
                    <a:lnTo>
                      <a:pt x="48006" y="63500"/>
                    </a:lnTo>
                    <a:close/>
                  </a:path>
                  <a:path w="173354" h="541654">
                    <a:moveTo>
                      <a:pt x="153543" y="493648"/>
                    </a:moveTo>
                    <a:lnTo>
                      <a:pt x="109855" y="493648"/>
                    </a:lnTo>
                    <a:lnTo>
                      <a:pt x="109855" y="513461"/>
                    </a:lnTo>
                    <a:lnTo>
                      <a:pt x="153543" y="513461"/>
                    </a:lnTo>
                    <a:lnTo>
                      <a:pt x="173355" y="503555"/>
                    </a:lnTo>
                    <a:lnTo>
                      <a:pt x="153543" y="493648"/>
                    </a:lnTo>
                    <a:close/>
                  </a:path>
                  <a:path w="173354" h="541654">
                    <a:moveTo>
                      <a:pt x="48006" y="493648"/>
                    </a:moveTo>
                    <a:lnTo>
                      <a:pt x="38100" y="493648"/>
                    </a:lnTo>
                    <a:lnTo>
                      <a:pt x="48006" y="503555"/>
                    </a:lnTo>
                    <a:lnTo>
                      <a:pt x="48006" y="493648"/>
                    </a:lnTo>
                    <a:close/>
                  </a:path>
                  <a:path w="173354" h="541654">
                    <a:moveTo>
                      <a:pt x="97155" y="493648"/>
                    </a:moveTo>
                    <a:lnTo>
                      <a:pt x="48006" y="493648"/>
                    </a:lnTo>
                    <a:lnTo>
                      <a:pt x="48006" y="503555"/>
                    </a:lnTo>
                    <a:lnTo>
                      <a:pt x="97155" y="503555"/>
                    </a:lnTo>
                    <a:lnTo>
                      <a:pt x="97155" y="493648"/>
                    </a:lnTo>
                    <a:close/>
                  </a:path>
                  <a:path w="173354" h="541654">
                    <a:moveTo>
                      <a:pt x="38100" y="0"/>
                    </a:moveTo>
                    <a:lnTo>
                      <a:pt x="0" y="76200"/>
                    </a:lnTo>
                    <a:lnTo>
                      <a:pt x="28194" y="76200"/>
                    </a:lnTo>
                    <a:lnTo>
                      <a:pt x="28194" y="63500"/>
                    </a:lnTo>
                    <a:lnTo>
                      <a:pt x="69850" y="63500"/>
                    </a:lnTo>
                    <a:lnTo>
                      <a:pt x="38100" y="0"/>
                    </a:lnTo>
                    <a:close/>
                  </a:path>
                  <a:path w="173354" h="541654">
                    <a:moveTo>
                      <a:pt x="69850" y="63500"/>
                    </a:moveTo>
                    <a:lnTo>
                      <a:pt x="48006" y="63500"/>
                    </a:lnTo>
                    <a:lnTo>
                      <a:pt x="48006" y="76200"/>
                    </a:lnTo>
                    <a:lnTo>
                      <a:pt x="76200" y="76200"/>
                    </a:lnTo>
                    <a:lnTo>
                      <a:pt x="69850" y="63500"/>
                    </a:lnTo>
                    <a:close/>
                  </a:path>
                </a:pathLst>
              </a:custGeom>
              <a:solidFill>
                <a:srgbClr val="0358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41">
                <a:extLst>
                  <a:ext uri="{FF2B5EF4-FFF2-40B4-BE49-F238E27FC236}">
                    <a16:creationId xmlns:a16="http://schemas.microsoft.com/office/drawing/2014/main" id="{6A6CD331-1724-4055-8D1C-D5D8C3A7F512}"/>
                  </a:ext>
                </a:extLst>
              </p:cNvPr>
              <p:cNvSpPr/>
              <p:nvPr/>
            </p:nvSpPr>
            <p:spPr>
              <a:xfrm>
                <a:off x="9552432" y="4189476"/>
                <a:ext cx="2578735" cy="589915"/>
              </a:xfrm>
              <a:custGeom>
                <a:avLst/>
                <a:gdLst/>
                <a:ahLst/>
                <a:cxnLst/>
                <a:rect l="l" t="t" r="r" b="b"/>
                <a:pathLst>
                  <a:path w="2578734" h="589914">
                    <a:moveTo>
                      <a:pt x="2480310" y="0"/>
                    </a:moveTo>
                    <a:lnTo>
                      <a:pt x="98298" y="0"/>
                    </a:lnTo>
                    <a:lnTo>
                      <a:pt x="60061" y="7733"/>
                    </a:lnTo>
                    <a:lnTo>
                      <a:pt x="28813" y="28813"/>
                    </a:lnTo>
                    <a:lnTo>
                      <a:pt x="7733" y="60061"/>
                    </a:lnTo>
                    <a:lnTo>
                      <a:pt x="0" y="98298"/>
                    </a:lnTo>
                    <a:lnTo>
                      <a:pt x="0" y="589788"/>
                    </a:lnTo>
                    <a:lnTo>
                      <a:pt x="2578608" y="589788"/>
                    </a:lnTo>
                    <a:lnTo>
                      <a:pt x="2578608" y="98298"/>
                    </a:lnTo>
                    <a:lnTo>
                      <a:pt x="2480310" y="0"/>
                    </a:lnTo>
                    <a:close/>
                  </a:path>
                </a:pathLst>
              </a:custGeom>
              <a:solidFill>
                <a:srgbClr val="538D9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8" name="object 42">
              <a:extLst>
                <a:ext uri="{FF2B5EF4-FFF2-40B4-BE49-F238E27FC236}">
                  <a16:creationId xmlns:a16="http://schemas.microsoft.com/office/drawing/2014/main" id="{939DF381-BA8D-4A27-B787-391170C6036E}"/>
                </a:ext>
              </a:extLst>
            </p:cNvPr>
            <p:cNvSpPr txBox="1"/>
            <p:nvPr/>
          </p:nvSpPr>
          <p:spPr>
            <a:xfrm>
              <a:off x="9661906" y="4490720"/>
              <a:ext cx="233553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MODE_FG_TO_GROUP_FB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9" name="object 43">
              <a:extLst>
                <a:ext uri="{FF2B5EF4-FFF2-40B4-BE49-F238E27FC236}">
                  <a16:creationId xmlns:a16="http://schemas.microsoft.com/office/drawing/2014/main" id="{3B279B05-30F8-4F33-A1AB-E74298B84846}"/>
                </a:ext>
              </a:extLst>
            </p:cNvPr>
            <p:cNvSpPr/>
            <p:nvPr/>
          </p:nvSpPr>
          <p:spPr>
            <a:xfrm>
              <a:off x="2278380" y="3483101"/>
              <a:ext cx="7738109" cy="1163955"/>
            </a:xfrm>
            <a:custGeom>
              <a:avLst/>
              <a:gdLst/>
              <a:ahLst/>
              <a:cxnLst/>
              <a:rect l="l" t="t" r="r" b="b"/>
              <a:pathLst>
                <a:path w="7738109" h="1163954">
                  <a:moveTo>
                    <a:pt x="48006" y="1014349"/>
                  </a:moveTo>
                  <a:lnTo>
                    <a:pt x="28194" y="1014349"/>
                  </a:lnTo>
                  <a:lnTo>
                    <a:pt x="28194" y="1073785"/>
                  </a:lnTo>
                  <a:lnTo>
                    <a:pt x="48006" y="1073785"/>
                  </a:lnTo>
                  <a:lnTo>
                    <a:pt x="48006" y="1014349"/>
                  </a:lnTo>
                  <a:close/>
                </a:path>
                <a:path w="7738109" h="1163954">
                  <a:moveTo>
                    <a:pt x="48133" y="935101"/>
                  </a:moveTo>
                  <a:lnTo>
                    <a:pt x="28321" y="935101"/>
                  </a:lnTo>
                  <a:lnTo>
                    <a:pt x="28194" y="994537"/>
                  </a:lnTo>
                  <a:lnTo>
                    <a:pt x="48006" y="994537"/>
                  </a:lnTo>
                  <a:lnTo>
                    <a:pt x="48133" y="935101"/>
                  </a:lnTo>
                  <a:close/>
                </a:path>
                <a:path w="7738109" h="1163954">
                  <a:moveTo>
                    <a:pt x="48133" y="855853"/>
                  </a:moveTo>
                  <a:lnTo>
                    <a:pt x="28321" y="855853"/>
                  </a:lnTo>
                  <a:lnTo>
                    <a:pt x="28321" y="915289"/>
                  </a:lnTo>
                  <a:lnTo>
                    <a:pt x="48133" y="915289"/>
                  </a:lnTo>
                  <a:lnTo>
                    <a:pt x="48133" y="855853"/>
                  </a:lnTo>
                  <a:close/>
                </a:path>
                <a:path w="7738109" h="1163954">
                  <a:moveTo>
                    <a:pt x="48133" y="776605"/>
                  </a:moveTo>
                  <a:lnTo>
                    <a:pt x="28321" y="776605"/>
                  </a:lnTo>
                  <a:lnTo>
                    <a:pt x="28321" y="836041"/>
                  </a:lnTo>
                  <a:lnTo>
                    <a:pt x="48133" y="836041"/>
                  </a:lnTo>
                  <a:lnTo>
                    <a:pt x="48133" y="776605"/>
                  </a:lnTo>
                  <a:close/>
                </a:path>
                <a:path w="7738109" h="1163954">
                  <a:moveTo>
                    <a:pt x="48260" y="697357"/>
                  </a:moveTo>
                  <a:lnTo>
                    <a:pt x="28448" y="697357"/>
                  </a:lnTo>
                  <a:lnTo>
                    <a:pt x="28321" y="756793"/>
                  </a:lnTo>
                  <a:lnTo>
                    <a:pt x="48133" y="756793"/>
                  </a:lnTo>
                  <a:lnTo>
                    <a:pt x="48260" y="697357"/>
                  </a:lnTo>
                  <a:close/>
                </a:path>
                <a:path w="7738109" h="1163954">
                  <a:moveTo>
                    <a:pt x="48260" y="618109"/>
                  </a:moveTo>
                  <a:lnTo>
                    <a:pt x="28448" y="618109"/>
                  </a:lnTo>
                  <a:lnTo>
                    <a:pt x="28448" y="677545"/>
                  </a:lnTo>
                  <a:lnTo>
                    <a:pt x="48260" y="677545"/>
                  </a:lnTo>
                  <a:lnTo>
                    <a:pt x="48260" y="618109"/>
                  </a:lnTo>
                  <a:close/>
                </a:path>
                <a:path w="7738109" h="1163954">
                  <a:moveTo>
                    <a:pt x="48387" y="538861"/>
                  </a:moveTo>
                  <a:lnTo>
                    <a:pt x="28575" y="538861"/>
                  </a:lnTo>
                  <a:lnTo>
                    <a:pt x="28448" y="598297"/>
                  </a:lnTo>
                  <a:lnTo>
                    <a:pt x="48260" y="598297"/>
                  </a:lnTo>
                  <a:lnTo>
                    <a:pt x="48387" y="538861"/>
                  </a:lnTo>
                  <a:close/>
                </a:path>
                <a:path w="7738109" h="1163954">
                  <a:moveTo>
                    <a:pt x="48387" y="459613"/>
                  </a:moveTo>
                  <a:lnTo>
                    <a:pt x="28575" y="459613"/>
                  </a:lnTo>
                  <a:lnTo>
                    <a:pt x="28575" y="519049"/>
                  </a:lnTo>
                  <a:lnTo>
                    <a:pt x="48387" y="519049"/>
                  </a:lnTo>
                  <a:lnTo>
                    <a:pt x="48387" y="459613"/>
                  </a:lnTo>
                  <a:close/>
                </a:path>
                <a:path w="7738109" h="1163954">
                  <a:moveTo>
                    <a:pt x="48387" y="380365"/>
                  </a:moveTo>
                  <a:lnTo>
                    <a:pt x="28575" y="380365"/>
                  </a:lnTo>
                  <a:lnTo>
                    <a:pt x="28575" y="439801"/>
                  </a:lnTo>
                  <a:lnTo>
                    <a:pt x="48387" y="439801"/>
                  </a:lnTo>
                  <a:lnTo>
                    <a:pt x="48387" y="380365"/>
                  </a:lnTo>
                  <a:close/>
                </a:path>
                <a:path w="7738109" h="1163954">
                  <a:moveTo>
                    <a:pt x="48514" y="301117"/>
                  </a:moveTo>
                  <a:lnTo>
                    <a:pt x="28702" y="301117"/>
                  </a:lnTo>
                  <a:lnTo>
                    <a:pt x="28575" y="360553"/>
                  </a:lnTo>
                  <a:lnTo>
                    <a:pt x="48387" y="360553"/>
                  </a:lnTo>
                  <a:lnTo>
                    <a:pt x="48514" y="301117"/>
                  </a:lnTo>
                  <a:close/>
                </a:path>
                <a:path w="7738109" h="1163954">
                  <a:moveTo>
                    <a:pt x="48514" y="221869"/>
                  </a:moveTo>
                  <a:lnTo>
                    <a:pt x="28702" y="221869"/>
                  </a:lnTo>
                  <a:lnTo>
                    <a:pt x="28702" y="281305"/>
                  </a:lnTo>
                  <a:lnTo>
                    <a:pt x="48514" y="281305"/>
                  </a:lnTo>
                  <a:lnTo>
                    <a:pt x="48514" y="221869"/>
                  </a:lnTo>
                  <a:close/>
                </a:path>
                <a:path w="7738109" h="1163954">
                  <a:moveTo>
                    <a:pt x="48514" y="142621"/>
                  </a:moveTo>
                  <a:lnTo>
                    <a:pt x="28702" y="142621"/>
                  </a:lnTo>
                  <a:lnTo>
                    <a:pt x="28702" y="202057"/>
                  </a:lnTo>
                  <a:lnTo>
                    <a:pt x="48514" y="202057"/>
                  </a:lnTo>
                  <a:lnTo>
                    <a:pt x="48514" y="142621"/>
                  </a:lnTo>
                  <a:close/>
                </a:path>
                <a:path w="7738109" h="1163954">
                  <a:moveTo>
                    <a:pt x="65786" y="1115441"/>
                  </a:moveTo>
                  <a:lnTo>
                    <a:pt x="48006" y="1115441"/>
                  </a:lnTo>
                  <a:lnTo>
                    <a:pt x="48006" y="1093597"/>
                  </a:lnTo>
                  <a:lnTo>
                    <a:pt x="28194" y="1093597"/>
                  </a:lnTo>
                  <a:lnTo>
                    <a:pt x="28194" y="1135253"/>
                  </a:lnTo>
                  <a:lnTo>
                    <a:pt x="65786" y="1135253"/>
                  </a:lnTo>
                  <a:lnTo>
                    <a:pt x="65786" y="1125347"/>
                  </a:lnTo>
                  <a:lnTo>
                    <a:pt x="65786" y="1115441"/>
                  </a:lnTo>
                  <a:close/>
                </a:path>
                <a:path w="7738109" h="1163954">
                  <a:moveTo>
                    <a:pt x="76073" y="77978"/>
                  </a:moveTo>
                  <a:lnTo>
                    <a:pt x="69672" y="63373"/>
                  </a:lnTo>
                  <a:lnTo>
                    <a:pt x="41910" y="0"/>
                  </a:lnTo>
                  <a:lnTo>
                    <a:pt x="0" y="74168"/>
                  </a:lnTo>
                  <a:lnTo>
                    <a:pt x="28829" y="75615"/>
                  </a:lnTo>
                  <a:lnTo>
                    <a:pt x="28829" y="122809"/>
                  </a:lnTo>
                  <a:lnTo>
                    <a:pt x="48641" y="122809"/>
                  </a:lnTo>
                  <a:lnTo>
                    <a:pt x="48641" y="76606"/>
                  </a:lnTo>
                  <a:lnTo>
                    <a:pt x="76073" y="77978"/>
                  </a:lnTo>
                  <a:close/>
                </a:path>
                <a:path w="7738109" h="1163954">
                  <a:moveTo>
                    <a:pt x="145034" y="1115441"/>
                  </a:moveTo>
                  <a:lnTo>
                    <a:pt x="85598" y="1115441"/>
                  </a:lnTo>
                  <a:lnTo>
                    <a:pt x="85598" y="1135253"/>
                  </a:lnTo>
                  <a:lnTo>
                    <a:pt x="145034" y="1135253"/>
                  </a:lnTo>
                  <a:lnTo>
                    <a:pt x="145034" y="1115441"/>
                  </a:lnTo>
                  <a:close/>
                </a:path>
                <a:path w="7738109" h="1163954">
                  <a:moveTo>
                    <a:pt x="224282" y="1115441"/>
                  </a:moveTo>
                  <a:lnTo>
                    <a:pt x="164846" y="1115441"/>
                  </a:lnTo>
                  <a:lnTo>
                    <a:pt x="164846" y="1135253"/>
                  </a:lnTo>
                  <a:lnTo>
                    <a:pt x="224282" y="1135253"/>
                  </a:lnTo>
                  <a:lnTo>
                    <a:pt x="224282" y="1115441"/>
                  </a:lnTo>
                  <a:close/>
                </a:path>
                <a:path w="7738109" h="1163954">
                  <a:moveTo>
                    <a:pt x="303530" y="1115441"/>
                  </a:moveTo>
                  <a:lnTo>
                    <a:pt x="244094" y="1115441"/>
                  </a:lnTo>
                  <a:lnTo>
                    <a:pt x="244094" y="1135253"/>
                  </a:lnTo>
                  <a:lnTo>
                    <a:pt x="303530" y="1135253"/>
                  </a:lnTo>
                  <a:lnTo>
                    <a:pt x="303530" y="1115441"/>
                  </a:lnTo>
                  <a:close/>
                </a:path>
                <a:path w="7738109" h="1163954">
                  <a:moveTo>
                    <a:pt x="382778" y="1115441"/>
                  </a:moveTo>
                  <a:lnTo>
                    <a:pt x="323342" y="1115441"/>
                  </a:lnTo>
                  <a:lnTo>
                    <a:pt x="323342" y="1135253"/>
                  </a:lnTo>
                  <a:lnTo>
                    <a:pt x="382778" y="1135253"/>
                  </a:lnTo>
                  <a:lnTo>
                    <a:pt x="382778" y="1115441"/>
                  </a:lnTo>
                  <a:close/>
                </a:path>
                <a:path w="7738109" h="1163954">
                  <a:moveTo>
                    <a:pt x="462026" y="1115441"/>
                  </a:moveTo>
                  <a:lnTo>
                    <a:pt x="402590" y="1115441"/>
                  </a:lnTo>
                  <a:lnTo>
                    <a:pt x="402590" y="1135253"/>
                  </a:lnTo>
                  <a:lnTo>
                    <a:pt x="462026" y="1135253"/>
                  </a:lnTo>
                  <a:lnTo>
                    <a:pt x="462026" y="1115441"/>
                  </a:lnTo>
                  <a:close/>
                </a:path>
                <a:path w="7738109" h="1163954">
                  <a:moveTo>
                    <a:pt x="541274" y="1115441"/>
                  </a:moveTo>
                  <a:lnTo>
                    <a:pt x="481838" y="1115441"/>
                  </a:lnTo>
                  <a:lnTo>
                    <a:pt x="481838" y="1135253"/>
                  </a:lnTo>
                  <a:lnTo>
                    <a:pt x="541274" y="1135253"/>
                  </a:lnTo>
                  <a:lnTo>
                    <a:pt x="541274" y="1115441"/>
                  </a:lnTo>
                  <a:close/>
                </a:path>
                <a:path w="7738109" h="1163954">
                  <a:moveTo>
                    <a:pt x="620522" y="1115441"/>
                  </a:moveTo>
                  <a:lnTo>
                    <a:pt x="561086" y="1115441"/>
                  </a:lnTo>
                  <a:lnTo>
                    <a:pt x="561086" y="1135253"/>
                  </a:lnTo>
                  <a:lnTo>
                    <a:pt x="620522" y="1135253"/>
                  </a:lnTo>
                  <a:lnTo>
                    <a:pt x="620522" y="1115441"/>
                  </a:lnTo>
                  <a:close/>
                </a:path>
                <a:path w="7738109" h="1163954">
                  <a:moveTo>
                    <a:pt x="699770" y="1115441"/>
                  </a:moveTo>
                  <a:lnTo>
                    <a:pt x="640334" y="1115441"/>
                  </a:lnTo>
                  <a:lnTo>
                    <a:pt x="640334" y="1135253"/>
                  </a:lnTo>
                  <a:lnTo>
                    <a:pt x="699770" y="1135253"/>
                  </a:lnTo>
                  <a:lnTo>
                    <a:pt x="699770" y="1115441"/>
                  </a:lnTo>
                  <a:close/>
                </a:path>
                <a:path w="7738109" h="1163954">
                  <a:moveTo>
                    <a:pt x="779018" y="1115441"/>
                  </a:moveTo>
                  <a:lnTo>
                    <a:pt x="719582" y="1115441"/>
                  </a:lnTo>
                  <a:lnTo>
                    <a:pt x="719582" y="1135253"/>
                  </a:lnTo>
                  <a:lnTo>
                    <a:pt x="779018" y="1135253"/>
                  </a:lnTo>
                  <a:lnTo>
                    <a:pt x="779018" y="1115441"/>
                  </a:lnTo>
                  <a:close/>
                </a:path>
                <a:path w="7738109" h="1163954">
                  <a:moveTo>
                    <a:pt x="858266" y="1115441"/>
                  </a:moveTo>
                  <a:lnTo>
                    <a:pt x="798830" y="1115441"/>
                  </a:lnTo>
                  <a:lnTo>
                    <a:pt x="798830" y="1135253"/>
                  </a:lnTo>
                  <a:lnTo>
                    <a:pt x="858266" y="1135253"/>
                  </a:lnTo>
                  <a:lnTo>
                    <a:pt x="858266" y="1115441"/>
                  </a:lnTo>
                  <a:close/>
                </a:path>
                <a:path w="7738109" h="1163954">
                  <a:moveTo>
                    <a:pt x="937514" y="1115441"/>
                  </a:moveTo>
                  <a:lnTo>
                    <a:pt x="878078" y="1115441"/>
                  </a:lnTo>
                  <a:lnTo>
                    <a:pt x="878078" y="1135253"/>
                  </a:lnTo>
                  <a:lnTo>
                    <a:pt x="937514" y="1135253"/>
                  </a:lnTo>
                  <a:lnTo>
                    <a:pt x="937514" y="1115441"/>
                  </a:lnTo>
                  <a:close/>
                </a:path>
                <a:path w="7738109" h="1163954">
                  <a:moveTo>
                    <a:pt x="1016762" y="1115441"/>
                  </a:moveTo>
                  <a:lnTo>
                    <a:pt x="957326" y="1115441"/>
                  </a:lnTo>
                  <a:lnTo>
                    <a:pt x="957326" y="1135253"/>
                  </a:lnTo>
                  <a:lnTo>
                    <a:pt x="1016762" y="1135253"/>
                  </a:lnTo>
                  <a:lnTo>
                    <a:pt x="1016762" y="1115441"/>
                  </a:lnTo>
                  <a:close/>
                </a:path>
                <a:path w="7738109" h="1163954">
                  <a:moveTo>
                    <a:pt x="1096010" y="1115441"/>
                  </a:moveTo>
                  <a:lnTo>
                    <a:pt x="1036574" y="1115441"/>
                  </a:lnTo>
                  <a:lnTo>
                    <a:pt x="1036574" y="1135253"/>
                  </a:lnTo>
                  <a:lnTo>
                    <a:pt x="1096010" y="1135253"/>
                  </a:lnTo>
                  <a:lnTo>
                    <a:pt x="1096010" y="1115441"/>
                  </a:lnTo>
                  <a:close/>
                </a:path>
                <a:path w="7738109" h="1163954">
                  <a:moveTo>
                    <a:pt x="1175258" y="1115441"/>
                  </a:moveTo>
                  <a:lnTo>
                    <a:pt x="1115822" y="1115441"/>
                  </a:lnTo>
                  <a:lnTo>
                    <a:pt x="1115822" y="1135253"/>
                  </a:lnTo>
                  <a:lnTo>
                    <a:pt x="1175258" y="1135253"/>
                  </a:lnTo>
                  <a:lnTo>
                    <a:pt x="1175258" y="1115441"/>
                  </a:lnTo>
                  <a:close/>
                </a:path>
                <a:path w="7738109" h="1163954">
                  <a:moveTo>
                    <a:pt x="1254506" y="1115441"/>
                  </a:moveTo>
                  <a:lnTo>
                    <a:pt x="1195070" y="1115441"/>
                  </a:lnTo>
                  <a:lnTo>
                    <a:pt x="1195070" y="1135253"/>
                  </a:lnTo>
                  <a:lnTo>
                    <a:pt x="1254506" y="1135253"/>
                  </a:lnTo>
                  <a:lnTo>
                    <a:pt x="1254506" y="1115441"/>
                  </a:lnTo>
                  <a:close/>
                </a:path>
                <a:path w="7738109" h="1163954">
                  <a:moveTo>
                    <a:pt x="1333754" y="1115441"/>
                  </a:moveTo>
                  <a:lnTo>
                    <a:pt x="1274318" y="1115441"/>
                  </a:lnTo>
                  <a:lnTo>
                    <a:pt x="1274318" y="1135253"/>
                  </a:lnTo>
                  <a:lnTo>
                    <a:pt x="1333754" y="1135253"/>
                  </a:lnTo>
                  <a:lnTo>
                    <a:pt x="1333754" y="1115441"/>
                  </a:lnTo>
                  <a:close/>
                </a:path>
                <a:path w="7738109" h="1163954">
                  <a:moveTo>
                    <a:pt x="1413002" y="1115441"/>
                  </a:moveTo>
                  <a:lnTo>
                    <a:pt x="1353566" y="1115441"/>
                  </a:lnTo>
                  <a:lnTo>
                    <a:pt x="1353566" y="1135253"/>
                  </a:lnTo>
                  <a:lnTo>
                    <a:pt x="1413002" y="1135253"/>
                  </a:lnTo>
                  <a:lnTo>
                    <a:pt x="1413002" y="1115441"/>
                  </a:lnTo>
                  <a:close/>
                </a:path>
                <a:path w="7738109" h="1163954">
                  <a:moveTo>
                    <a:pt x="1492250" y="1115441"/>
                  </a:moveTo>
                  <a:lnTo>
                    <a:pt x="1432814" y="1115441"/>
                  </a:lnTo>
                  <a:lnTo>
                    <a:pt x="1432814" y="1135253"/>
                  </a:lnTo>
                  <a:lnTo>
                    <a:pt x="1492250" y="1135253"/>
                  </a:lnTo>
                  <a:lnTo>
                    <a:pt x="1492250" y="1115441"/>
                  </a:lnTo>
                  <a:close/>
                </a:path>
                <a:path w="7738109" h="1163954">
                  <a:moveTo>
                    <a:pt x="1571498" y="1115441"/>
                  </a:moveTo>
                  <a:lnTo>
                    <a:pt x="1512062" y="1115441"/>
                  </a:lnTo>
                  <a:lnTo>
                    <a:pt x="1512062" y="1135253"/>
                  </a:lnTo>
                  <a:lnTo>
                    <a:pt x="1571498" y="1135253"/>
                  </a:lnTo>
                  <a:lnTo>
                    <a:pt x="1571498" y="1115441"/>
                  </a:lnTo>
                  <a:close/>
                </a:path>
                <a:path w="7738109" h="1163954">
                  <a:moveTo>
                    <a:pt x="1650746" y="1115441"/>
                  </a:moveTo>
                  <a:lnTo>
                    <a:pt x="1591310" y="1115441"/>
                  </a:lnTo>
                  <a:lnTo>
                    <a:pt x="1591310" y="1135253"/>
                  </a:lnTo>
                  <a:lnTo>
                    <a:pt x="1650746" y="1135253"/>
                  </a:lnTo>
                  <a:lnTo>
                    <a:pt x="1650746" y="1115441"/>
                  </a:lnTo>
                  <a:close/>
                </a:path>
                <a:path w="7738109" h="1163954">
                  <a:moveTo>
                    <a:pt x="1729994" y="1115441"/>
                  </a:moveTo>
                  <a:lnTo>
                    <a:pt x="1670558" y="1115441"/>
                  </a:lnTo>
                  <a:lnTo>
                    <a:pt x="1670558" y="1135253"/>
                  </a:lnTo>
                  <a:lnTo>
                    <a:pt x="1729994" y="1135253"/>
                  </a:lnTo>
                  <a:lnTo>
                    <a:pt x="1729994" y="1115441"/>
                  </a:lnTo>
                  <a:close/>
                </a:path>
                <a:path w="7738109" h="1163954">
                  <a:moveTo>
                    <a:pt x="1809242" y="1115441"/>
                  </a:moveTo>
                  <a:lnTo>
                    <a:pt x="1749806" y="1115441"/>
                  </a:lnTo>
                  <a:lnTo>
                    <a:pt x="1749806" y="1135253"/>
                  </a:lnTo>
                  <a:lnTo>
                    <a:pt x="1809242" y="1135253"/>
                  </a:lnTo>
                  <a:lnTo>
                    <a:pt x="1809242" y="1115441"/>
                  </a:lnTo>
                  <a:close/>
                </a:path>
                <a:path w="7738109" h="1163954">
                  <a:moveTo>
                    <a:pt x="1888490" y="1115441"/>
                  </a:moveTo>
                  <a:lnTo>
                    <a:pt x="1829054" y="1115441"/>
                  </a:lnTo>
                  <a:lnTo>
                    <a:pt x="1829054" y="1135253"/>
                  </a:lnTo>
                  <a:lnTo>
                    <a:pt x="1888490" y="1135253"/>
                  </a:lnTo>
                  <a:lnTo>
                    <a:pt x="1888490" y="1115441"/>
                  </a:lnTo>
                  <a:close/>
                </a:path>
                <a:path w="7738109" h="1163954">
                  <a:moveTo>
                    <a:pt x="1967738" y="1115441"/>
                  </a:moveTo>
                  <a:lnTo>
                    <a:pt x="1908302" y="1115441"/>
                  </a:lnTo>
                  <a:lnTo>
                    <a:pt x="1908302" y="1135253"/>
                  </a:lnTo>
                  <a:lnTo>
                    <a:pt x="1967738" y="1135253"/>
                  </a:lnTo>
                  <a:lnTo>
                    <a:pt x="1967738" y="1115441"/>
                  </a:lnTo>
                  <a:close/>
                </a:path>
                <a:path w="7738109" h="1163954">
                  <a:moveTo>
                    <a:pt x="2046986" y="1115441"/>
                  </a:moveTo>
                  <a:lnTo>
                    <a:pt x="1987550" y="1115441"/>
                  </a:lnTo>
                  <a:lnTo>
                    <a:pt x="1987550" y="1135253"/>
                  </a:lnTo>
                  <a:lnTo>
                    <a:pt x="2046986" y="1135253"/>
                  </a:lnTo>
                  <a:lnTo>
                    <a:pt x="2046986" y="1115441"/>
                  </a:lnTo>
                  <a:close/>
                </a:path>
                <a:path w="7738109" h="1163954">
                  <a:moveTo>
                    <a:pt x="2126234" y="1115441"/>
                  </a:moveTo>
                  <a:lnTo>
                    <a:pt x="2066798" y="1115441"/>
                  </a:lnTo>
                  <a:lnTo>
                    <a:pt x="2066798" y="1135253"/>
                  </a:lnTo>
                  <a:lnTo>
                    <a:pt x="2126234" y="1135253"/>
                  </a:lnTo>
                  <a:lnTo>
                    <a:pt x="2126234" y="1115441"/>
                  </a:lnTo>
                  <a:close/>
                </a:path>
                <a:path w="7738109" h="1163954">
                  <a:moveTo>
                    <a:pt x="2205482" y="1115441"/>
                  </a:moveTo>
                  <a:lnTo>
                    <a:pt x="2146046" y="1115441"/>
                  </a:lnTo>
                  <a:lnTo>
                    <a:pt x="2146046" y="1135253"/>
                  </a:lnTo>
                  <a:lnTo>
                    <a:pt x="2205482" y="1135253"/>
                  </a:lnTo>
                  <a:lnTo>
                    <a:pt x="2205482" y="1115441"/>
                  </a:lnTo>
                  <a:close/>
                </a:path>
                <a:path w="7738109" h="1163954">
                  <a:moveTo>
                    <a:pt x="2284730" y="1115441"/>
                  </a:moveTo>
                  <a:lnTo>
                    <a:pt x="2225294" y="1115441"/>
                  </a:lnTo>
                  <a:lnTo>
                    <a:pt x="2225294" y="1135253"/>
                  </a:lnTo>
                  <a:lnTo>
                    <a:pt x="2284730" y="1135253"/>
                  </a:lnTo>
                  <a:lnTo>
                    <a:pt x="2284730" y="1115441"/>
                  </a:lnTo>
                  <a:close/>
                </a:path>
                <a:path w="7738109" h="1163954">
                  <a:moveTo>
                    <a:pt x="2363978" y="1115441"/>
                  </a:moveTo>
                  <a:lnTo>
                    <a:pt x="2304542" y="1115441"/>
                  </a:lnTo>
                  <a:lnTo>
                    <a:pt x="2304542" y="1135253"/>
                  </a:lnTo>
                  <a:lnTo>
                    <a:pt x="2363978" y="1135253"/>
                  </a:lnTo>
                  <a:lnTo>
                    <a:pt x="2363978" y="1115441"/>
                  </a:lnTo>
                  <a:close/>
                </a:path>
                <a:path w="7738109" h="1163954">
                  <a:moveTo>
                    <a:pt x="2443226" y="1115441"/>
                  </a:moveTo>
                  <a:lnTo>
                    <a:pt x="2383790" y="1115441"/>
                  </a:lnTo>
                  <a:lnTo>
                    <a:pt x="2383790" y="1135253"/>
                  </a:lnTo>
                  <a:lnTo>
                    <a:pt x="2443226" y="1135253"/>
                  </a:lnTo>
                  <a:lnTo>
                    <a:pt x="2443226" y="1115441"/>
                  </a:lnTo>
                  <a:close/>
                </a:path>
                <a:path w="7738109" h="1163954">
                  <a:moveTo>
                    <a:pt x="2522474" y="1115441"/>
                  </a:moveTo>
                  <a:lnTo>
                    <a:pt x="2463038" y="1115441"/>
                  </a:lnTo>
                  <a:lnTo>
                    <a:pt x="2463038" y="1135253"/>
                  </a:lnTo>
                  <a:lnTo>
                    <a:pt x="2522474" y="1135253"/>
                  </a:lnTo>
                  <a:lnTo>
                    <a:pt x="2522474" y="1115441"/>
                  </a:lnTo>
                  <a:close/>
                </a:path>
                <a:path w="7738109" h="1163954">
                  <a:moveTo>
                    <a:pt x="2601722" y="1115441"/>
                  </a:moveTo>
                  <a:lnTo>
                    <a:pt x="2542286" y="1115441"/>
                  </a:lnTo>
                  <a:lnTo>
                    <a:pt x="2542286" y="1135253"/>
                  </a:lnTo>
                  <a:lnTo>
                    <a:pt x="2601722" y="1135253"/>
                  </a:lnTo>
                  <a:lnTo>
                    <a:pt x="2601722" y="1115441"/>
                  </a:lnTo>
                  <a:close/>
                </a:path>
                <a:path w="7738109" h="1163954">
                  <a:moveTo>
                    <a:pt x="2680970" y="1115441"/>
                  </a:moveTo>
                  <a:lnTo>
                    <a:pt x="2621534" y="1115441"/>
                  </a:lnTo>
                  <a:lnTo>
                    <a:pt x="2621534" y="1135253"/>
                  </a:lnTo>
                  <a:lnTo>
                    <a:pt x="2680970" y="1135253"/>
                  </a:lnTo>
                  <a:lnTo>
                    <a:pt x="2680970" y="1115441"/>
                  </a:lnTo>
                  <a:close/>
                </a:path>
                <a:path w="7738109" h="1163954">
                  <a:moveTo>
                    <a:pt x="2760218" y="1115441"/>
                  </a:moveTo>
                  <a:lnTo>
                    <a:pt x="2700782" y="1115441"/>
                  </a:lnTo>
                  <a:lnTo>
                    <a:pt x="2700782" y="1135253"/>
                  </a:lnTo>
                  <a:lnTo>
                    <a:pt x="2760218" y="1135253"/>
                  </a:lnTo>
                  <a:lnTo>
                    <a:pt x="2760218" y="1115441"/>
                  </a:lnTo>
                  <a:close/>
                </a:path>
                <a:path w="7738109" h="1163954">
                  <a:moveTo>
                    <a:pt x="2839466" y="1115441"/>
                  </a:moveTo>
                  <a:lnTo>
                    <a:pt x="2780030" y="1115441"/>
                  </a:lnTo>
                  <a:lnTo>
                    <a:pt x="2780030" y="1135253"/>
                  </a:lnTo>
                  <a:lnTo>
                    <a:pt x="2839466" y="1135253"/>
                  </a:lnTo>
                  <a:lnTo>
                    <a:pt x="2839466" y="1115441"/>
                  </a:lnTo>
                  <a:close/>
                </a:path>
                <a:path w="7738109" h="1163954">
                  <a:moveTo>
                    <a:pt x="2918714" y="1115441"/>
                  </a:moveTo>
                  <a:lnTo>
                    <a:pt x="2859278" y="1115441"/>
                  </a:lnTo>
                  <a:lnTo>
                    <a:pt x="2859278" y="1135253"/>
                  </a:lnTo>
                  <a:lnTo>
                    <a:pt x="2918714" y="1135253"/>
                  </a:lnTo>
                  <a:lnTo>
                    <a:pt x="2918714" y="1115441"/>
                  </a:lnTo>
                  <a:close/>
                </a:path>
                <a:path w="7738109" h="1163954">
                  <a:moveTo>
                    <a:pt x="2997962" y="1115441"/>
                  </a:moveTo>
                  <a:lnTo>
                    <a:pt x="2938526" y="1115441"/>
                  </a:lnTo>
                  <a:lnTo>
                    <a:pt x="2938526" y="1135253"/>
                  </a:lnTo>
                  <a:lnTo>
                    <a:pt x="2997962" y="1135253"/>
                  </a:lnTo>
                  <a:lnTo>
                    <a:pt x="2997962" y="1115441"/>
                  </a:lnTo>
                  <a:close/>
                </a:path>
                <a:path w="7738109" h="1163954">
                  <a:moveTo>
                    <a:pt x="3077210" y="1115441"/>
                  </a:moveTo>
                  <a:lnTo>
                    <a:pt x="3017774" y="1115441"/>
                  </a:lnTo>
                  <a:lnTo>
                    <a:pt x="3017774" y="1135253"/>
                  </a:lnTo>
                  <a:lnTo>
                    <a:pt x="3077210" y="1135253"/>
                  </a:lnTo>
                  <a:lnTo>
                    <a:pt x="3077210" y="1115441"/>
                  </a:lnTo>
                  <a:close/>
                </a:path>
                <a:path w="7738109" h="1163954">
                  <a:moveTo>
                    <a:pt x="3156458" y="1115441"/>
                  </a:moveTo>
                  <a:lnTo>
                    <a:pt x="3097022" y="1115441"/>
                  </a:lnTo>
                  <a:lnTo>
                    <a:pt x="3097022" y="1135253"/>
                  </a:lnTo>
                  <a:lnTo>
                    <a:pt x="3156458" y="1135253"/>
                  </a:lnTo>
                  <a:lnTo>
                    <a:pt x="3156458" y="1115441"/>
                  </a:lnTo>
                  <a:close/>
                </a:path>
                <a:path w="7738109" h="1163954">
                  <a:moveTo>
                    <a:pt x="3235706" y="1115441"/>
                  </a:moveTo>
                  <a:lnTo>
                    <a:pt x="3176270" y="1115441"/>
                  </a:lnTo>
                  <a:lnTo>
                    <a:pt x="3176270" y="1135253"/>
                  </a:lnTo>
                  <a:lnTo>
                    <a:pt x="3235706" y="1135253"/>
                  </a:lnTo>
                  <a:lnTo>
                    <a:pt x="3235706" y="1115441"/>
                  </a:lnTo>
                  <a:close/>
                </a:path>
                <a:path w="7738109" h="1163954">
                  <a:moveTo>
                    <a:pt x="3314954" y="1115441"/>
                  </a:moveTo>
                  <a:lnTo>
                    <a:pt x="3255518" y="1115441"/>
                  </a:lnTo>
                  <a:lnTo>
                    <a:pt x="3255518" y="1135253"/>
                  </a:lnTo>
                  <a:lnTo>
                    <a:pt x="3314954" y="1135253"/>
                  </a:lnTo>
                  <a:lnTo>
                    <a:pt x="3314954" y="1115441"/>
                  </a:lnTo>
                  <a:close/>
                </a:path>
                <a:path w="7738109" h="1163954">
                  <a:moveTo>
                    <a:pt x="3394202" y="1115441"/>
                  </a:moveTo>
                  <a:lnTo>
                    <a:pt x="3334766" y="1115441"/>
                  </a:lnTo>
                  <a:lnTo>
                    <a:pt x="3334766" y="1135253"/>
                  </a:lnTo>
                  <a:lnTo>
                    <a:pt x="3394202" y="1135253"/>
                  </a:lnTo>
                  <a:lnTo>
                    <a:pt x="3394202" y="1115441"/>
                  </a:lnTo>
                  <a:close/>
                </a:path>
                <a:path w="7738109" h="1163954">
                  <a:moveTo>
                    <a:pt x="3473450" y="1115441"/>
                  </a:moveTo>
                  <a:lnTo>
                    <a:pt x="3414014" y="1115441"/>
                  </a:lnTo>
                  <a:lnTo>
                    <a:pt x="3414014" y="1135253"/>
                  </a:lnTo>
                  <a:lnTo>
                    <a:pt x="3473450" y="1135253"/>
                  </a:lnTo>
                  <a:lnTo>
                    <a:pt x="3473450" y="1115441"/>
                  </a:lnTo>
                  <a:close/>
                </a:path>
                <a:path w="7738109" h="1163954">
                  <a:moveTo>
                    <a:pt x="3552698" y="1115441"/>
                  </a:moveTo>
                  <a:lnTo>
                    <a:pt x="3493262" y="1115441"/>
                  </a:lnTo>
                  <a:lnTo>
                    <a:pt x="3493262" y="1135253"/>
                  </a:lnTo>
                  <a:lnTo>
                    <a:pt x="3552698" y="1135253"/>
                  </a:lnTo>
                  <a:lnTo>
                    <a:pt x="3552698" y="1115441"/>
                  </a:lnTo>
                  <a:close/>
                </a:path>
                <a:path w="7738109" h="1163954">
                  <a:moveTo>
                    <a:pt x="3631946" y="1115441"/>
                  </a:moveTo>
                  <a:lnTo>
                    <a:pt x="3572510" y="1115441"/>
                  </a:lnTo>
                  <a:lnTo>
                    <a:pt x="3572510" y="1135253"/>
                  </a:lnTo>
                  <a:lnTo>
                    <a:pt x="3631946" y="1135253"/>
                  </a:lnTo>
                  <a:lnTo>
                    <a:pt x="3631946" y="1115441"/>
                  </a:lnTo>
                  <a:close/>
                </a:path>
                <a:path w="7738109" h="1163954">
                  <a:moveTo>
                    <a:pt x="3711194" y="1115441"/>
                  </a:moveTo>
                  <a:lnTo>
                    <a:pt x="3651758" y="1115441"/>
                  </a:lnTo>
                  <a:lnTo>
                    <a:pt x="3651758" y="1135253"/>
                  </a:lnTo>
                  <a:lnTo>
                    <a:pt x="3711194" y="1135253"/>
                  </a:lnTo>
                  <a:lnTo>
                    <a:pt x="3711194" y="1115441"/>
                  </a:lnTo>
                  <a:close/>
                </a:path>
                <a:path w="7738109" h="1163954">
                  <a:moveTo>
                    <a:pt x="3790442" y="1115441"/>
                  </a:moveTo>
                  <a:lnTo>
                    <a:pt x="3731006" y="1115441"/>
                  </a:lnTo>
                  <a:lnTo>
                    <a:pt x="3731006" y="1135253"/>
                  </a:lnTo>
                  <a:lnTo>
                    <a:pt x="3790442" y="1135253"/>
                  </a:lnTo>
                  <a:lnTo>
                    <a:pt x="3790442" y="1115441"/>
                  </a:lnTo>
                  <a:close/>
                </a:path>
                <a:path w="7738109" h="1163954">
                  <a:moveTo>
                    <a:pt x="3869690" y="1115441"/>
                  </a:moveTo>
                  <a:lnTo>
                    <a:pt x="3810254" y="1115441"/>
                  </a:lnTo>
                  <a:lnTo>
                    <a:pt x="3810254" y="1135253"/>
                  </a:lnTo>
                  <a:lnTo>
                    <a:pt x="3869690" y="1135253"/>
                  </a:lnTo>
                  <a:lnTo>
                    <a:pt x="3869690" y="1115441"/>
                  </a:lnTo>
                  <a:close/>
                </a:path>
                <a:path w="7738109" h="1163954">
                  <a:moveTo>
                    <a:pt x="3948938" y="1115441"/>
                  </a:moveTo>
                  <a:lnTo>
                    <a:pt x="3889502" y="1115441"/>
                  </a:lnTo>
                  <a:lnTo>
                    <a:pt x="3889502" y="1135253"/>
                  </a:lnTo>
                  <a:lnTo>
                    <a:pt x="3948938" y="1135253"/>
                  </a:lnTo>
                  <a:lnTo>
                    <a:pt x="3948938" y="1115441"/>
                  </a:lnTo>
                  <a:close/>
                </a:path>
                <a:path w="7738109" h="1163954">
                  <a:moveTo>
                    <a:pt x="4028186" y="1115441"/>
                  </a:moveTo>
                  <a:lnTo>
                    <a:pt x="3968750" y="1115441"/>
                  </a:lnTo>
                  <a:lnTo>
                    <a:pt x="3968750" y="1135253"/>
                  </a:lnTo>
                  <a:lnTo>
                    <a:pt x="4028186" y="1135253"/>
                  </a:lnTo>
                  <a:lnTo>
                    <a:pt x="4028186" y="1115441"/>
                  </a:lnTo>
                  <a:close/>
                </a:path>
                <a:path w="7738109" h="1163954">
                  <a:moveTo>
                    <a:pt x="4107434" y="1115441"/>
                  </a:moveTo>
                  <a:lnTo>
                    <a:pt x="4047998" y="1115441"/>
                  </a:lnTo>
                  <a:lnTo>
                    <a:pt x="4047998" y="1135253"/>
                  </a:lnTo>
                  <a:lnTo>
                    <a:pt x="4107434" y="1135253"/>
                  </a:lnTo>
                  <a:lnTo>
                    <a:pt x="4107434" y="1115441"/>
                  </a:lnTo>
                  <a:close/>
                </a:path>
                <a:path w="7738109" h="1163954">
                  <a:moveTo>
                    <a:pt x="4186682" y="1115441"/>
                  </a:moveTo>
                  <a:lnTo>
                    <a:pt x="4127246" y="1115441"/>
                  </a:lnTo>
                  <a:lnTo>
                    <a:pt x="4127246" y="1135253"/>
                  </a:lnTo>
                  <a:lnTo>
                    <a:pt x="4186682" y="1135253"/>
                  </a:lnTo>
                  <a:lnTo>
                    <a:pt x="4186682" y="1115441"/>
                  </a:lnTo>
                  <a:close/>
                </a:path>
                <a:path w="7738109" h="1163954">
                  <a:moveTo>
                    <a:pt x="4265930" y="1115441"/>
                  </a:moveTo>
                  <a:lnTo>
                    <a:pt x="4206494" y="1115441"/>
                  </a:lnTo>
                  <a:lnTo>
                    <a:pt x="4206494" y="1135253"/>
                  </a:lnTo>
                  <a:lnTo>
                    <a:pt x="4265930" y="1135253"/>
                  </a:lnTo>
                  <a:lnTo>
                    <a:pt x="4265930" y="1115441"/>
                  </a:lnTo>
                  <a:close/>
                </a:path>
                <a:path w="7738109" h="1163954">
                  <a:moveTo>
                    <a:pt x="4345178" y="1115441"/>
                  </a:moveTo>
                  <a:lnTo>
                    <a:pt x="4285742" y="1115441"/>
                  </a:lnTo>
                  <a:lnTo>
                    <a:pt x="4285742" y="1135253"/>
                  </a:lnTo>
                  <a:lnTo>
                    <a:pt x="4345178" y="1135253"/>
                  </a:lnTo>
                  <a:lnTo>
                    <a:pt x="4345178" y="1115441"/>
                  </a:lnTo>
                  <a:close/>
                </a:path>
                <a:path w="7738109" h="1163954">
                  <a:moveTo>
                    <a:pt x="4424426" y="1115441"/>
                  </a:moveTo>
                  <a:lnTo>
                    <a:pt x="4364990" y="1115441"/>
                  </a:lnTo>
                  <a:lnTo>
                    <a:pt x="4364990" y="1135253"/>
                  </a:lnTo>
                  <a:lnTo>
                    <a:pt x="4424426" y="1135253"/>
                  </a:lnTo>
                  <a:lnTo>
                    <a:pt x="4424426" y="1115441"/>
                  </a:lnTo>
                  <a:close/>
                </a:path>
                <a:path w="7738109" h="1163954">
                  <a:moveTo>
                    <a:pt x="4503674" y="1115441"/>
                  </a:moveTo>
                  <a:lnTo>
                    <a:pt x="4444238" y="1115441"/>
                  </a:lnTo>
                  <a:lnTo>
                    <a:pt x="4444238" y="1135253"/>
                  </a:lnTo>
                  <a:lnTo>
                    <a:pt x="4503674" y="1135253"/>
                  </a:lnTo>
                  <a:lnTo>
                    <a:pt x="4503674" y="1115441"/>
                  </a:lnTo>
                  <a:close/>
                </a:path>
                <a:path w="7738109" h="1163954">
                  <a:moveTo>
                    <a:pt x="4582922" y="1115441"/>
                  </a:moveTo>
                  <a:lnTo>
                    <a:pt x="4523486" y="1115441"/>
                  </a:lnTo>
                  <a:lnTo>
                    <a:pt x="4523486" y="1135253"/>
                  </a:lnTo>
                  <a:lnTo>
                    <a:pt x="4582922" y="1135253"/>
                  </a:lnTo>
                  <a:lnTo>
                    <a:pt x="4582922" y="1115441"/>
                  </a:lnTo>
                  <a:close/>
                </a:path>
                <a:path w="7738109" h="1163954">
                  <a:moveTo>
                    <a:pt x="4662170" y="1115441"/>
                  </a:moveTo>
                  <a:lnTo>
                    <a:pt x="4602734" y="1115441"/>
                  </a:lnTo>
                  <a:lnTo>
                    <a:pt x="4602734" y="1135253"/>
                  </a:lnTo>
                  <a:lnTo>
                    <a:pt x="4662170" y="1135253"/>
                  </a:lnTo>
                  <a:lnTo>
                    <a:pt x="4662170" y="1115441"/>
                  </a:lnTo>
                  <a:close/>
                </a:path>
                <a:path w="7738109" h="1163954">
                  <a:moveTo>
                    <a:pt x="4741418" y="1115441"/>
                  </a:moveTo>
                  <a:lnTo>
                    <a:pt x="4681982" y="1115441"/>
                  </a:lnTo>
                  <a:lnTo>
                    <a:pt x="4681982" y="1135253"/>
                  </a:lnTo>
                  <a:lnTo>
                    <a:pt x="4741418" y="1135253"/>
                  </a:lnTo>
                  <a:lnTo>
                    <a:pt x="4741418" y="1115441"/>
                  </a:lnTo>
                  <a:close/>
                </a:path>
                <a:path w="7738109" h="1163954">
                  <a:moveTo>
                    <a:pt x="4820666" y="1115441"/>
                  </a:moveTo>
                  <a:lnTo>
                    <a:pt x="4761230" y="1115441"/>
                  </a:lnTo>
                  <a:lnTo>
                    <a:pt x="4761230" y="1135253"/>
                  </a:lnTo>
                  <a:lnTo>
                    <a:pt x="4820666" y="1135253"/>
                  </a:lnTo>
                  <a:lnTo>
                    <a:pt x="4820666" y="1115441"/>
                  </a:lnTo>
                  <a:close/>
                </a:path>
                <a:path w="7738109" h="1163954">
                  <a:moveTo>
                    <a:pt x="4899914" y="1115441"/>
                  </a:moveTo>
                  <a:lnTo>
                    <a:pt x="4840478" y="1115441"/>
                  </a:lnTo>
                  <a:lnTo>
                    <a:pt x="4840478" y="1135253"/>
                  </a:lnTo>
                  <a:lnTo>
                    <a:pt x="4899914" y="1135253"/>
                  </a:lnTo>
                  <a:lnTo>
                    <a:pt x="4899914" y="1115441"/>
                  </a:lnTo>
                  <a:close/>
                </a:path>
                <a:path w="7738109" h="1163954">
                  <a:moveTo>
                    <a:pt x="4979162" y="1115441"/>
                  </a:moveTo>
                  <a:lnTo>
                    <a:pt x="4919726" y="1115441"/>
                  </a:lnTo>
                  <a:lnTo>
                    <a:pt x="4919726" y="1135253"/>
                  </a:lnTo>
                  <a:lnTo>
                    <a:pt x="4979162" y="1135253"/>
                  </a:lnTo>
                  <a:lnTo>
                    <a:pt x="4979162" y="1115441"/>
                  </a:lnTo>
                  <a:close/>
                </a:path>
                <a:path w="7738109" h="1163954">
                  <a:moveTo>
                    <a:pt x="5058410" y="1115441"/>
                  </a:moveTo>
                  <a:lnTo>
                    <a:pt x="4998974" y="1115441"/>
                  </a:lnTo>
                  <a:lnTo>
                    <a:pt x="4998974" y="1135253"/>
                  </a:lnTo>
                  <a:lnTo>
                    <a:pt x="5058410" y="1135253"/>
                  </a:lnTo>
                  <a:lnTo>
                    <a:pt x="5058410" y="1115441"/>
                  </a:lnTo>
                  <a:close/>
                </a:path>
                <a:path w="7738109" h="1163954">
                  <a:moveTo>
                    <a:pt x="5137658" y="1115441"/>
                  </a:moveTo>
                  <a:lnTo>
                    <a:pt x="5078222" y="1115441"/>
                  </a:lnTo>
                  <a:lnTo>
                    <a:pt x="5078222" y="1135253"/>
                  </a:lnTo>
                  <a:lnTo>
                    <a:pt x="5137658" y="1135253"/>
                  </a:lnTo>
                  <a:lnTo>
                    <a:pt x="5137658" y="1115441"/>
                  </a:lnTo>
                  <a:close/>
                </a:path>
                <a:path w="7738109" h="1163954">
                  <a:moveTo>
                    <a:pt x="5216906" y="1115441"/>
                  </a:moveTo>
                  <a:lnTo>
                    <a:pt x="5157470" y="1115441"/>
                  </a:lnTo>
                  <a:lnTo>
                    <a:pt x="5157470" y="1135253"/>
                  </a:lnTo>
                  <a:lnTo>
                    <a:pt x="5216906" y="1135253"/>
                  </a:lnTo>
                  <a:lnTo>
                    <a:pt x="5216906" y="1115441"/>
                  </a:lnTo>
                  <a:close/>
                </a:path>
                <a:path w="7738109" h="1163954">
                  <a:moveTo>
                    <a:pt x="5296154" y="1115441"/>
                  </a:moveTo>
                  <a:lnTo>
                    <a:pt x="5236718" y="1115441"/>
                  </a:lnTo>
                  <a:lnTo>
                    <a:pt x="5236718" y="1135253"/>
                  </a:lnTo>
                  <a:lnTo>
                    <a:pt x="5296154" y="1135253"/>
                  </a:lnTo>
                  <a:lnTo>
                    <a:pt x="5296154" y="1115441"/>
                  </a:lnTo>
                  <a:close/>
                </a:path>
                <a:path w="7738109" h="1163954">
                  <a:moveTo>
                    <a:pt x="5375402" y="1115441"/>
                  </a:moveTo>
                  <a:lnTo>
                    <a:pt x="5315966" y="1115441"/>
                  </a:lnTo>
                  <a:lnTo>
                    <a:pt x="5315966" y="1135253"/>
                  </a:lnTo>
                  <a:lnTo>
                    <a:pt x="5375402" y="1135253"/>
                  </a:lnTo>
                  <a:lnTo>
                    <a:pt x="5375402" y="1115441"/>
                  </a:lnTo>
                  <a:close/>
                </a:path>
                <a:path w="7738109" h="1163954">
                  <a:moveTo>
                    <a:pt x="5454650" y="1115441"/>
                  </a:moveTo>
                  <a:lnTo>
                    <a:pt x="5395214" y="1115441"/>
                  </a:lnTo>
                  <a:lnTo>
                    <a:pt x="5395214" y="1135253"/>
                  </a:lnTo>
                  <a:lnTo>
                    <a:pt x="5454650" y="1135253"/>
                  </a:lnTo>
                  <a:lnTo>
                    <a:pt x="5454650" y="1115441"/>
                  </a:lnTo>
                  <a:close/>
                </a:path>
                <a:path w="7738109" h="1163954">
                  <a:moveTo>
                    <a:pt x="5533898" y="1115441"/>
                  </a:moveTo>
                  <a:lnTo>
                    <a:pt x="5474462" y="1115441"/>
                  </a:lnTo>
                  <a:lnTo>
                    <a:pt x="5474462" y="1135253"/>
                  </a:lnTo>
                  <a:lnTo>
                    <a:pt x="5533898" y="1135253"/>
                  </a:lnTo>
                  <a:lnTo>
                    <a:pt x="5533898" y="1115441"/>
                  </a:lnTo>
                  <a:close/>
                </a:path>
                <a:path w="7738109" h="1163954">
                  <a:moveTo>
                    <a:pt x="5613146" y="1115441"/>
                  </a:moveTo>
                  <a:lnTo>
                    <a:pt x="5553710" y="1115441"/>
                  </a:lnTo>
                  <a:lnTo>
                    <a:pt x="5553710" y="1135253"/>
                  </a:lnTo>
                  <a:lnTo>
                    <a:pt x="5613146" y="1135253"/>
                  </a:lnTo>
                  <a:lnTo>
                    <a:pt x="5613146" y="1115441"/>
                  </a:lnTo>
                  <a:close/>
                </a:path>
                <a:path w="7738109" h="1163954">
                  <a:moveTo>
                    <a:pt x="5692394" y="1115441"/>
                  </a:moveTo>
                  <a:lnTo>
                    <a:pt x="5632958" y="1115441"/>
                  </a:lnTo>
                  <a:lnTo>
                    <a:pt x="5632958" y="1135253"/>
                  </a:lnTo>
                  <a:lnTo>
                    <a:pt x="5692394" y="1135253"/>
                  </a:lnTo>
                  <a:lnTo>
                    <a:pt x="5692394" y="1115441"/>
                  </a:lnTo>
                  <a:close/>
                </a:path>
                <a:path w="7738109" h="1163954">
                  <a:moveTo>
                    <a:pt x="5771642" y="1115441"/>
                  </a:moveTo>
                  <a:lnTo>
                    <a:pt x="5712206" y="1115441"/>
                  </a:lnTo>
                  <a:lnTo>
                    <a:pt x="5712206" y="1135253"/>
                  </a:lnTo>
                  <a:lnTo>
                    <a:pt x="5771642" y="1135253"/>
                  </a:lnTo>
                  <a:lnTo>
                    <a:pt x="5771642" y="1115441"/>
                  </a:lnTo>
                  <a:close/>
                </a:path>
                <a:path w="7738109" h="1163954">
                  <a:moveTo>
                    <a:pt x="5850890" y="1115441"/>
                  </a:moveTo>
                  <a:lnTo>
                    <a:pt x="5791454" y="1115441"/>
                  </a:lnTo>
                  <a:lnTo>
                    <a:pt x="5791454" y="1135253"/>
                  </a:lnTo>
                  <a:lnTo>
                    <a:pt x="5850890" y="1135253"/>
                  </a:lnTo>
                  <a:lnTo>
                    <a:pt x="5850890" y="1115441"/>
                  </a:lnTo>
                  <a:close/>
                </a:path>
                <a:path w="7738109" h="1163954">
                  <a:moveTo>
                    <a:pt x="5930138" y="1115441"/>
                  </a:moveTo>
                  <a:lnTo>
                    <a:pt x="5870702" y="1115441"/>
                  </a:lnTo>
                  <a:lnTo>
                    <a:pt x="5870702" y="1135253"/>
                  </a:lnTo>
                  <a:lnTo>
                    <a:pt x="5930138" y="1135253"/>
                  </a:lnTo>
                  <a:lnTo>
                    <a:pt x="5930138" y="1115441"/>
                  </a:lnTo>
                  <a:close/>
                </a:path>
                <a:path w="7738109" h="1163954">
                  <a:moveTo>
                    <a:pt x="6008497" y="899287"/>
                  </a:moveTo>
                  <a:lnTo>
                    <a:pt x="5988685" y="899287"/>
                  </a:lnTo>
                  <a:lnTo>
                    <a:pt x="5988685" y="958723"/>
                  </a:lnTo>
                  <a:lnTo>
                    <a:pt x="6008497" y="958723"/>
                  </a:lnTo>
                  <a:lnTo>
                    <a:pt x="6008497" y="899287"/>
                  </a:lnTo>
                  <a:close/>
                </a:path>
                <a:path w="7738109" h="1163954">
                  <a:moveTo>
                    <a:pt x="6008497" y="820039"/>
                  </a:moveTo>
                  <a:lnTo>
                    <a:pt x="5988685" y="820039"/>
                  </a:lnTo>
                  <a:lnTo>
                    <a:pt x="5988685" y="879475"/>
                  </a:lnTo>
                  <a:lnTo>
                    <a:pt x="6008497" y="879475"/>
                  </a:lnTo>
                  <a:lnTo>
                    <a:pt x="6008497" y="820039"/>
                  </a:lnTo>
                  <a:close/>
                </a:path>
                <a:path w="7738109" h="1163954">
                  <a:moveTo>
                    <a:pt x="6008497" y="740791"/>
                  </a:moveTo>
                  <a:lnTo>
                    <a:pt x="5988685" y="740791"/>
                  </a:lnTo>
                  <a:lnTo>
                    <a:pt x="5988685" y="800227"/>
                  </a:lnTo>
                  <a:lnTo>
                    <a:pt x="6008497" y="800227"/>
                  </a:lnTo>
                  <a:lnTo>
                    <a:pt x="6008497" y="740791"/>
                  </a:lnTo>
                  <a:close/>
                </a:path>
                <a:path w="7738109" h="1163954">
                  <a:moveTo>
                    <a:pt x="6008497" y="661543"/>
                  </a:moveTo>
                  <a:lnTo>
                    <a:pt x="5988685" y="661543"/>
                  </a:lnTo>
                  <a:lnTo>
                    <a:pt x="5988685" y="720979"/>
                  </a:lnTo>
                  <a:lnTo>
                    <a:pt x="6008497" y="720979"/>
                  </a:lnTo>
                  <a:lnTo>
                    <a:pt x="6008497" y="661543"/>
                  </a:lnTo>
                  <a:close/>
                </a:path>
                <a:path w="7738109" h="1163954">
                  <a:moveTo>
                    <a:pt x="6009386" y="1115441"/>
                  </a:moveTo>
                  <a:lnTo>
                    <a:pt x="5949950" y="1115441"/>
                  </a:lnTo>
                  <a:lnTo>
                    <a:pt x="5949950" y="1135253"/>
                  </a:lnTo>
                  <a:lnTo>
                    <a:pt x="6009386" y="1135253"/>
                  </a:lnTo>
                  <a:lnTo>
                    <a:pt x="6009386" y="1115441"/>
                  </a:lnTo>
                  <a:close/>
                </a:path>
                <a:path w="7738109" h="1163954">
                  <a:moveTo>
                    <a:pt x="6034659" y="991997"/>
                  </a:moveTo>
                  <a:lnTo>
                    <a:pt x="6008497" y="991997"/>
                  </a:lnTo>
                  <a:lnTo>
                    <a:pt x="6008497" y="978535"/>
                  </a:lnTo>
                  <a:lnTo>
                    <a:pt x="5988685" y="978535"/>
                  </a:lnTo>
                  <a:lnTo>
                    <a:pt x="5988685" y="1011809"/>
                  </a:lnTo>
                  <a:lnTo>
                    <a:pt x="6034659" y="1011809"/>
                  </a:lnTo>
                  <a:lnTo>
                    <a:pt x="6034659" y="1001903"/>
                  </a:lnTo>
                  <a:lnTo>
                    <a:pt x="6034659" y="991997"/>
                  </a:lnTo>
                  <a:close/>
                </a:path>
                <a:path w="7738109" h="1163954">
                  <a:moveTo>
                    <a:pt x="6088634" y="1115441"/>
                  </a:moveTo>
                  <a:lnTo>
                    <a:pt x="6029198" y="1115441"/>
                  </a:lnTo>
                  <a:lnTo>
                    <a:pt x="6029198" y="1135253"/>
                  </a:lnTo>
                  <a:lnTo>
                    <a:pt x="6088634" y="1135253"/>
                  </a:lnTo>
                  <a:lnTo>
                    <a:pt x="6088634" y="1115441"/>
                  </a:lnTo>
                  <a:close/>
                </a:path>
                <a:path w="7738109" h="1163954">
                  <a:moveTo>
                    <a:pt x="6113907" y="991997"/>
                  </a:moveTo>
                  <a:lnTo>
                    <a:pt x="6054471" y="991997"/>
                  </a:lnTo>
                  <a:lnTo>
                    <a:pt x="6054471" y="1011809"/>
                  </a:lnTo>
                  <a:lnTo>
                    <a:pt x="6113907" y="1011809"/>
                  </a:lnTo>
                  <a:lnTo>
                    <a:pt x="6113907" y="991997"/>
                  </a:lnTo>
                  <a:close/>
                </a:path>
                <a:path w="7738109" h="1163954">
                  <a:moveTo>
                    <a:pt x="6167882" y="1115441"/>
                  </a:moveTo>
                  <a:lnTo>
                    <a:pt x="6108446" y="1115441"/>
                  </a:lnTo>
                  <a:lnTo>
                    <a:pt x="6108446" y="1135253"/>
                  </a:lnTo>
                  <a:lnTo>
                    <a:pt x="6167882" y="1135253"/>
                  </a:lnTo>
                  <a:lnTo>
                    <a:pt x="6167882" y="1115441"/>
                  </a:lnTo>
                  <a:close/>
                </a:path>
                <a:path w="7738109" h="1163954">
                  <a:moveTo>
                    <a:pt x="6193155" y="991997"/>
                  </a:moveTo>
                  <a:lnTo>
                    <a:pt x="6133719" y="991997"/>
                  </a:lnTo>
                  <a:lnTo>
                    <a:pt x="6133719" y="1011809"/>
                  </a:lnTo>
                  <a:lnTo>
                    <a:pt x="6193155" y="1011809"/>
                  </a:lnTo>
                  <a:lnTo>
                    <a:pt x="6193155" y="991997"/>
                  </a:lnTo>
                  <a:close/>
                </a:path>
                <a:path w="7738109" h="1163954">
                  <a:moveTo>
                    <a:pt x="6247130" y="1115441"/>
                  </a:moveTo>
                  <a:lnTo>
                    <a:pt x="6187694" y="1115441"/>
                  </a:lnTo>
                  <a:lnTo>
                    <a:pt x="6187694" y="1135253"/>
                  </a:lnTo>
                  <a:lnTo>
                    <a:pt x="6247130" y="1135253"/>
                  </a:lnTo>
                  <a:lnTo>
                    <a:pt x="6247130" y="1115441"/>
                  </a:lnTo>
                  <a:close/>
                </a:path>
                <a:path w="7738109" h="1163954">
                  <a:moveTo>
                    <a:pt x="6272403" y="991997"/>
                  </a:moveTo>
                  <a:lnTo>
                    <a:pt x="6212967" y="991997"/>
                  </a:lnTo>
                  <a:lnTo>
                    <a:pt x="6212967" y="1011809"/>
                  </a:lnTo>
                  <a:lnTo>
                    <a:pt x="6272403" y="1011809"/>
                  </a:lnTo>
                  <a:lnTo>
                    <a:pt x="6272403" y="991997"/>
                  </a:lnTo>
                  <a:close/>
                </a:path>
                <a:path w="7738109" h="1163954">
                  <a:moveTo>
                    <a:pt x="6326378" y="1115441"/>
                  </a:moveTo>
                  <a:lnTo>
                    <a:pt x="6266942" y="1115441"/>
                  </a:lnTo>
                  <a:lnTo>
                    <a:pt x="6266942" y="1135253"/>
                  </a:lnTo>
                  <a:lnTo>
                    <a:pt x="6326378" y="1135253"/>
                  </a:lnTo>
                  <a:lnTo>
                    <a:pt x="6326378" y="1115441"/>
                  </a:lnTo>
                  <a:close/>
                </a:path>
                <a:path w="7738109" h="1163954">
                  <a:moveTo>
                    <a:pt x="6351651" y="991997"/>
                  </a:moveTo>
                  <a:lnTo>
                    <a:pt x="6292215" y="991997"/>
                  </a:lnTo>
                  <a:lnTo>
                    <a:pt x="6292215" y="1011809"/>
                  </a:lnTo>
                  <a:lnTo>
                    <a:pt x="6351651" y="1011809"/>
                  </a:lnTo>
                  <a:lnTo>
                    <a:pt x="6351651" y="991997"/>
                  </a:lnTo>
                  <a:close/>
                </a:path>
                <a:path w="7738109" h="1163954">
                  <a:moveTo>
                    <a:pt x="6405626" y="1115441"/>
                  </a:moveTo>
                  <a:lnTo>
                    <a:pt x="6346190" y="1115441"/>
                  </a:lnTo>
                  <a:lnTo>
                    <a:pt x="6346190" y="1135253"/>
                  </a:lnTo>
                  <a:lnTo>
                    <a:pt x="6405626" y="1135253"/>
                  </a:lnTo>
                  <a:lnTo>
                    <a:pt x="6405626" y="1115441"/>
                  </a:lnTo>
                  <a:close/>
                </a:path>
                <a:path w="7738109" h="1163954">
                  <a:moveTo>
                    <a:pt x="6430899" y="991997"/>
                  </a:moveTo>
                  <a:lnTo>
                    <a:pt x="6371463" y="991997"/>
                  </a:lnTo>
                  <a:lnTo>
                    <a:pt x="6371463" y="1011809"/>
                  </a:lnTo>
                  <a:lnTo>
                    <a:pt x="6430899" y="1011809"/>
                  </a:lnTo>
                  <a:lnTo>
                    <a:pt x="6430899" y="991997"/>
                  </a:lnTo>
                  <a:close/>
                </a:path>
                <a:path w="7738109" h="1163954">
                  <a:moveTo>
                    <a:pt x="6484874" y="1115441"/>
                  </a:moveTo>
                  <a:lnTo>
                    <a:pt x="6425438" y="1115441"/>
                  </a:lnTo>
                  <a:lnTo>
                    <a:pt x="6425438" y="1135253"/>
                  </a:lnTo>
                  <a:lnTo>
                    <a:pt x="6484874" y="1135253"/>
                  </a:lnTo>
                  <a:lnTo>
                    <a:pt x="6484874" y="1115441"/>
                  </a:lnTo>
                  <a:close/>
                </a:path>
                <a:path w="7738109" h="1163954">
                  <a:moveTo>
                    <a:pt x="6510147" y="991997"/>
                  </a:moveTo>
                  <a:lnTo>
                    <a:pt x="6450711" y="991997"/>
                  </a:lnTo>
                  <a:lnTo>
                    <a:pt x="6450711" y="1011809"/>
                  </a:lnTo>
                  <a:lnTo>
                    <a:pt x="6510147" y="1011809"/>
                  </a:lnTo>
                  <a:lnTo>
                    <a:pt x="6510147" y="991997"/>
                  </a:lnTo>
                  <a:close/>
                </a:path>
                <a:path w="7738109" h="1163954">
                  <a:moveTo>
                    <a:pt x="6564122" y="1115441"/>
                  </a:moveTo>
                  <a:lnTo>
                    <a:pt x="6504686" y="1115441"/>
                  </a:lnTo>
                  <a:lnTo>
                    <a:pt x="6504686" y="1135253"/>
                  </a:lnTo>
                  <a:lnTo>
                    <a:pt x="6564122" y="1135253"/>
                  </a:lnTo>
                  <a:lnTo>
                    <a:pt x="6564122" y="1115441"/>
                  </a:lnTo>
                  <a:close/>
                </a:path>
                <a:path w="7738109" h="1163954">
                  <a:moveTo>
                    <a:pt x="6589395" y="991997"/>
                  </a:moveTo>
                  <a:lnTo>
                    <a:pt x="6529959" y="991997"/>
                  </a:lnTo>
                  <a:lnTo>
                    <a:pt x="6529959" y="1011809"/>
                  </a:lnTo>
                  <a:lnTo>
                    <a:pt x="6589395" y="1011809"/>
                  </a:lnTo>
                  <a:lnTo>
                    <a:pt x="6589395" y="991997"/>
                  </a:lnTo>
                  <a:close/>
                </a:path>
                <a:path w="7738109" h="1163954">
                  <a:moveTo>
                    <a:pt x="6643370" y="1115441"/>
                  </a:moveTo>
                  <a:lnTo>
                    <a:pt x="6583934" y="1115441"/>
                  </a:lnTo>
                  <a:lnTo>
                    <a:pt x="6583934" y="1135253"/>
                  </a:lnTo>
                  <a:lnTo>
                    <a:pt x="6643370" y="1135253"/>
                  </a:lnTo>
                  <a:lnTo>
                    <a:pt x="6643370" y="1115441"/>
                  </a:lnTo>
                  <a:close/>
                </a:path>
                <a:path w="7738109" h="1163954">
                  <a:moveTo>
                    <a:pt x="6668643" y="991997"/>
                  </a:moveTo>
                  <a:lnTo>
                    <a:pt x="6609207" y="991997"/>
                  </a:lnTo>
                  <a:lnTo>
                    <a:pt x="6609207" y="1011809"/>
                  </a:lnTo>
                  <a:lnTo>
                    <a:pt x="6668643" y="1011809"/>
                  </a:lnTo>
                  <a:lnTo>
                    <a:pt x="6668643" y="991997"/>
                  </a:lnTo>
                  <a:close/>
                </a:path>
                <a:path w="7738109" h="1163954">
                  <a:moveTo>
                    <a:pt x="6722618" y="1115441"/>
                  </a:moveTo>
                  <a:lnTo>
                    <a:pt x="6663182" y="1115441"/>
                  </a:lnTo>
                  <a:lnTo>
                    <a:pt x="6663182" y="1135253"/>
                  </a:lnTo>
                  <a:lnTo>
                    <a:pt x="6722618" y="1135253"/>
                  </a:lnTo>
                  <a:lnTo>
                    <a:pt x="6722618" y="1115441"/>
                  </a:lnTo>
                  <a:close/>
                </a:path>
                <a:path w="7738109" h="1163954">
                  <a:moveTo>
                    <a:pt x="6747891" y="991997"/>
                  </a:moveTo>
                  <a:lnTo>
                    <a:pt x="6688455" y="991997"/>
                  </a:lnTo>
                  <a:lnTo>
                    <a:pt x="6688455" y="1011809"/>
                  </a:lnTo>
                  <a:lnTo>
                    <a:pt x="6747891" y="1011809"/>
                  </a:lnTo>
                  <a:lnTo>
                    <a:pt x="6747891" y="991997"/>
                  </a:lnTo>
                  <a:close/>
                </a:path>
                <a:path w="7738109" h="1163954">
                  <a:moveTo>
                    <a:pt x="6801866" y="1115441"/>
                  </a:moveTo>
                  <a:lnTo>
                    <a:pt x="6742430" y="1115441"/>
                  </a:lnTo>
                  <a:lnTo>
                    <a:pt x="6742430" y="1135253"/>
                  </a:lnTo>
                  <a:lnTo>
                    <a:pt x="6801866" y="1135253"/>
                  </a:lnTo>
                  <a:lnTo>
                    <a:pt x="6801866" y="1115441"/>
                  </a:lnTo>
                  <a:close/>
                </a:path>
                <a:path w="7738109" h="1163954">
                  <a:moveTo>
                    <a:pt x="6827139" y="991997"/>
                  </a:moveTo>
                  <a:lnTo>
                    <a:pt x="6767703" y="991997"/>
                  </a:lnTo>
                  <a:lnTo>
                    <a:pt x="6767703" y="1011809"/>
                  </a:lnTo>
                  <a:lnTo>
                    <a:pt x="6827139" y="1011809"/>
                  </a:lnTo>
                  <a:lnTo>
                    <a:pt x="6827139" y="991997"/>
                  </a:lnTo>
                  <a:close/>
                </a:path>
                <a:path w="7738109" h="1163954">
                  <a:moveTo>
                    <a:pt x="6881114" y="1115441"/>
                  </a:moveTo>
                  <a:lnTo>
                    <a:pt x="6821678" y="1115441"/>
                  </a:lnTo>
                  <a:lnTo>
                    <a:pt x="6821678" y="1135253"/>
                  </a:lnTo>
                  <a:lnTo>
                    <a:pt x="6881114" y="1135253"/>
                  </a:lnTo>
                  <a:lnTo>
                    <a:pt x="6881114" y="1115441"/>
                  </a:lnTo>
                  <a:close/>
                </a:path>
                <a:path w="7738109" h="1163954">
                  <a:moveTo>
                    <a:pt x="6906387" y="991997"/>
                  </a:moveTo>
                  <a:lnTo>
                    <a:pt x="6846951" y="991997"/>
                  </a:lnTo>
                  <a:lnTo>
                    <a:pt x="6846951" y="1011809"/>
                  </a:lnTo>
                  <a:lnTo>
                    <a:pt x="6906387" y="1011809"/>
                  </a:lnTo>
                  <a:lnTo>
                    <a:pt x="6906387" y="991997"/>
                  </a:lnTo>
                  <a:close/>
                </a:path>
                <a:path w="7738109" h="1163954">
                  <a:moveTo>
                    <a:pt x="6960362" y="1115441"/>
                  </a:moveTo>
                  <a:lnTo>
                    <a:pt x="6900926" y="1115441"/>
                  </a:lnTo>
                  <a:lnTo>
                    <a:pt x="6900926" y="1135253"/>
                  </a:lnTo>
                  <a:lnTo>
                    <a:pt x="6960362" y="1135253"/>
                  </a:lnTo>
                  <a:lnTo>
                    <a:pt x="6960362" y="1115441"/>
                  </a:lnTo>
                  <a:close/>
                </a:path>
                <a:path w="7738109" h="1163954">
                  <a:moveTo>
                    <a:pt x="6985635" y="991997"/>
                  </a:moveTo>
                  <a:lnTo>
                    <a:pt x="6926199" y="991997"/>
                  </a:lnTo>
                  <a:lnTo>
                    <a:pt x="6926199" y="1011809"/>
                  </a:lnTo>
                  <a:lnTo>
                    <a:pt x="6985635" y="1011809"/>
                  </a:lnTo>
                  <a:lnTo>
                    <a:pt x="6985635" y="991997"/>
                  </a:lnTo>
                  <a:close/>
                </a:path>
                <a:path w="7738109" h="1163954">
                  <a:moveTo>
                    <a:pt x="7039610" y="1115441"/>
                  </a:moveTo>
                  <a:lnTo>
                    <a:pt x="6980174" y="1115441"/>
                  </a:lnTo>
                  <a:lnTo>
                    <a:pt x="6980174" y="1135253"/>
                  </a:lnTo>
                  <a:lnTo>
                    <a:pt x="7039610" y="1135253"/>
                  </a:lnTo>
                  <a:lnTo>
                    <a:pt x="7039610" y="1115441"/>
                  </a:lnTo>
                  <a:close/>
                </a:path>
                <a:path w="7738109" h="1163954">
                  <a:moveTo>
                    <a:pt x="7064883" y="991997"/>
                  </a:moveTo>
                  <a:lnTo>
                    <a:pt x="7005447" y="991997"/>
                  </a:lnTo>
                  <a:lnTo>
                    <a:pt x="7005447" y="1011809"/>
                  </a:lnTo>
                  <a:lnTo>
                    <a:pt x="7064883" y="1011809"/>
                  </a:lnTo>
                  <a:lnTo>
                    <a:pt x="7064883" y="991997"/>
                  </a:lnTo>
                  <a:close/>
                </a:path>
                <a:path w="7738109" h="1163954">
                  <a:moveTo>
                    <a:pt x="7118858" y="1115441"/>
                  </a:moveTo>
                  <a:lnTo>
                    <a:pt x="7059422" y="1115441"/>
                  </a:lnTo>
                  <a:lnTo>
                    <a:pt x="7059422" y="1135253"/>
                  </a:lnTo>
                  <a:lnTo>
                    <a:pt x="7118858" y="1135253"/>
                  </a:lnTo>
                  <a:lnTo>
                    <a:pt x="7118858" y="1115441"/>
                  </a:lnTo>
                  <a:close/>
                </a:path>
                <a:path w="7738109" h="1163954">
                  <a:moveTo>
                    <a:pt x="7144131" y="991997"/>
                  </a:moveTo>
                  <a:lnTo>
                    <a:pt x="7084695" y="991997"/>
                  </a:lnTo>
                  <a:lnTo>
                    <a:pt x="7084695" y="1011809"/>
                  </a:lnTo>
                  <a:lnTo>
                    <a:pt x="7144131" y="1011809"/>
                  </a:lnTo>
                  <a:lnTo>
                    <a:pt x="7144131" y="991997"/>
                  </a:lnTo>
                  <a:close/>
                </a:path>
                <a:path w="7738109" h="1163954">
                  <a:moveTo>
                    <a:pt x="7198106" y="1115441"/>
                  </a:moveTo>
                  <a:lnTo>
                    <a:pt x="7138670" y="1115441"/>
                  </a:lnTo>
                  <a:lnTo>
                    <a:pt x="7138670" y="1135253"/>
                  </a:lnTo>
                  <a:lnTo>
                    <a:pt x="7198106" y="1135253"/>
                  </a:lnTo>
                  <a:lnTo>
                    <a:pt x="7198106" y="1115441"/>
                  </a:lnTo>
                  <a:close/>
                </a:path>
                <a:path w="7738109" h="1163954">
                  <a:moveTo>
                    <a:pt x="7274941" y="1001903"/>
                  </a:moveTo>
                  <a:lnTo>
                    <a:pt x="7255129" y="991997"/>
                  </a:lnTo>
                  <a:lnTo>
                    <a:pt x="7198741" y="963803"/>
                  </a:lnTo>
                  <a:lnTo>
                    <a:pt x="7198741" y="991997"/>
                  </a:lnTo>
                  <a:lnTo>
                    <a:pt x="7163943" y="991997"/>
                  </a:lnTo>
                  <a:lnTo>
                    <a:pt x="7163943" y="1011809"/>
                  </a:lnTo>
                  <a:lnTo>
                    <a:pt x="7198741" y="1011809"/>
                  </a:lnTo>
                  <a:lnTo>
                    <a:pt x="7198741" y="1040003"/>
                  </a:lnTo>
                  <a:lnTo>
                    <a:pt x="7255129" y="1011809"/>
                  </a:lnTo>
                  <a:lnTo>
                    <a:pt x="7274941" y="1001903"/>
                  </a:lnTo>
                  <a:close/>
                </a:path>
                <a:path w="7738109" h="1163954">
                  <a:moveTo>
                    <a:pt x="7282688" y="1125347"/>
                  </a:moveTo>
                  <a:lnTo>
                    <a:pt x="7262876" y="1115441"/>
                  </a:lnTo>
                  <a:lnTo>
                    <a:pt x="7206488" y="1087247"/>
                  </a:lnTo>
                  <a:lnTo>
                    <a:pt x="7206488" y="1163447"/>
                  </a:lnTo>
                  <a:lnTo>
                    <a:pt x="7262876" y="1135253"/>
                  </a:lnTo>
                  <a:lnTo>
                    <a:pt x="7282688" y="1125347"/>
                  </a:lnTo>
                  <a:close/>
                </a:path>
                <a:path w="7738109" h="1163954">
                  <a:moveTo>
                    <a:pt x="7737602" y="396240"/>
                  </a:moveTo>
                  <a:lnTo>
                    <a:pt x="7717790" y="386334"/>
                  </a:lnTo>
                  <a:lnTo>
                    <a:pt x="7661402" y="358140"/>
                  </a:lnTo>
                  <a:lnTo>
                    <a:pt x="7661402" y="386334"/>
                  </a:lnTo>
                  <a:lnTo>
                    <a:pt x="7577582" y="386334"/>
                  </a:lnTo>
                  <a:lnTo>
                    <a:pt x="7577582" y="591312"/>
                  </a:lnTo>
                  <a:lnTo>
                    <a:pt x="6008497" y="591312"/>
                  </a:lnTo>
                  <a:lnTo>
                    <a:pt x="6008497" y="587502"/>
                  </a:lnTo>
                  <a:lnTo>
                    <a:pt x="5999734" y="587502"/>
                  </a:lnTo>
                  <a:lnTo>
                    <a:pt x="5983478" y="587502"/>
                  </a:lnTo>
                  <a:lnTo>
                    <a:pt x="5679186" y="587502"/>
                  </a:lnTo>
                  <a:lnTo>
                    <a:pt x="5679186" y="559308"/>
                  </a:lnTo>
                  <a:lnTo>
                    <a:pt x="5602986" y="597408"/>
                  </a:lnTo>
                  <a:lnTo>
                    <a:pt x="5679186" y="635508"/>
                  </a:lnTo>
                  <a:lnTo>
                    <a:pt x="5679186" y="607314"/>
                  </a:lnTo>
                  <a:lnTo>
                    <a:pt x="5725922" y="607314"/>
                  </a:lnTo>
                  <a:lnTo>
                    <a:pt x="5979922" y="607314"/>
                  </a:lnTo>
                  <a:lnTo>
                    <a:pt x="5979922" y="611124"/>
                  </a:lnTo>
                  <a:lnTo>
                    <a:pt x="5988685" y="611124"/>
                  </a:lnTo>
                  <a:lnTo>
                    <a:pt x="5988685" y="641731"/>
                  </a:lnTo>
                  <a:lnTo>
                    <a:pt x="6008497" y="641731"/>
                  </a:lnTo>
                  <a:lnTo>
                    <a:pt x="6008497" y="611124"/>
                  </a:lnTo>
                  <a:lnTo>
                    <a:pt x="7597394" y="611124"/>
                  </a:lnTo>
                  <a:lnTo>
                    <a:pt x="7597394" y="607314"/>
                  </a:lnTo>
                  <a:lnTo>
                    <a:pt x="7597394" y="601218"/>
                  </a:lnTo>
                  <a:lnTo>
                    <a:pt x="7597394" y="591312"/>
                  </a:lnTo>
                  <a:lnTo>
                    <a:pt x="7597394" y="406146"/>
                  </a:lnTo>
                  <a:lnTo>
                    <a:pt x="7661402" y="406146"/>
                  </a:lnTo>
                  <a:lnTo>
                    <a:pt x="7661402" y="434340"/>
                  </a:lnTo>
                  <a:lnTo>
                    <a:pt x="7717790" y="406146"/>
                  </a:lnTo>
                  <a:lnTo>
                    <a:pt x="7737602" y="39624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4">
              <a:extLst>
                <a:ext uri="{FF2B5EF4-FFF2-40B4-BE49-F238E27FC236}">
                  <a16:creationId xmlns:a16="http://schemas.microsoft.com/office/drawing/2014/main" id="{EA682355-805C-4C7F-8FFA-FE526196C23A}"/>
                </a:ext>
              </a:extLst>
            </p:cNvPr>
            <p:cNvSpPr txBox="1"/>
            <p:nvPr/>
          </p:nvSpPr>
          <p:spPr>
            <a:xfrm>
              <a:off x="3323971" y="4775707"/>
              <a:ext cx="217804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25" dirty="0">
                  <a:latin typeface="Arial"/>
                  <a:cs typeface="Arial"/>
                </a:rPr>
                <a:t>...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41" name="object 45">
              <a:extLst>
                <a:ext uri="{FF2B5EF4-FFF2-40B4-BE49-F238E27FC236}">
                  <a16:creationId xmlns:a16="http://schemas.microsoft.com/office/drawing/2014/main" id="{4E3F4726-D4F2-4E9F-8863-297975E37BFE}"/>
                </a:ext>
              </a:extLst>
            </p:cNvPr>
            <p:cNvSpPr/>
            <p:nvPr/>
          </p:nvSpPr>
          <p:spPr>
            <a:xfrm>
              <a:off x="7880604" y="5128259"/>
              <a:ext cx="2117090" cy="1399540"/>
            </a:xfrm>
            <a:custGeom>
              <a:avLst/>
              <a:gdLst/>
              <a:ahLst/>
              <a:cxnLst/>
              <a:rect l="l" t="t" r="r" b="b"/>
              <a:pathLst>
                <a:path w="2117090" h="1399540">
                  <a:moveTo>
                    <a:pt x="1883664" y="0"/>
                  </a:moveTo>
                  <a:lnTo>
                    <a:pt x="233172" y="0"/>
                  </a:lnTo>
                  <a:lnTo>
                    <a:pt x="186179" y="4737"/>
                  </a:lnTo>
                  <a:lnTo>
                    <a:pt x="142410" y="18323"/>
                  </a:lnTo>
                  <a:lnTo>
                    <a:pt x="102803" y="39821"/>
                  </a:lnTo>
                  <a:lnTo>
                    <a:pt x="68294" y="68294"/>
                  </a:lnTo>
                  <a:lnTo>
                    <a:pt x="39821" y="102803"/>
                  </a:lnTo>
                  <a:lnTo>
                    <a:pt x="18323" y="142410"/>
                  </a:lnTo>
                  <a:lnTo>
                    <a:pt x="4737" y="186179"/>
                  </a:lnTo>
                  <a:lnTo>
                    <a:pt x="0" y="233172"/>
                  </a:lnTo>
                  <a:lnTo>
                    <a:pt x="0" y="1399032"/>
                  </a:lnTo>
                  <a:lnTo>
                    <a:pt x="2116836" y="1399032"/>
                  </a:lnTo>
                  <a:lnTo>
                    <a:pt x="2116836" y="233172"/>
                  </a:lnTo>
                  <a:lnTo>
                    <a:pt x="1883664" y="0"/>
                  </a:lnTo>
                  <a:close/>
                </a:path>
              </a:pathLst>
            </a:custGeom>
            <a:solidFill>
              <a:srgbClr val="395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6">
              <a:extLst>
                <a:ext uri="{FF2B5EF4-FFF2-40B4-BE49-F238E27FC236}">
                  <a16:creationId xmlns:a16="http://schemas.microsoft.com/office/drawing/2014/main" id="{1DC0BA00-2C55-4B16-AE89-DE1A75E4168A}"/>
                </a:ext>
              </a:extLst>
            </p:cNvPr>
            <p:cNvSpPr txBox="1"/>
            <p:nvPr/>
          </p:nvSpPr>
          <p:spPr>
            <a:xfrm>
              <a:off x="8029193" y="5470042"/>
              <a:ext cx="1527175" cy="48196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ts val="1920"/>
                </a:lnSpc>
                <a:spcBef>
                  <a:spcPts val="95"/>
                </a:spcBef>
              </a:pPr>
              <a:r>
                <a:rPr sz="1600" b="1" spc="-25" dirty="0">
                  <a:solidFill>
                    <a:srgbClr val="FFFFFF"/>
                  </a:solidFill>
                  <a:latin typeface="Arial"/>
                  <a:cs typeface="Arial"/>
                </a:rPr>
                <a:t>++</a:t>
              </a:r>
              <a:endParaRPr sz="1600">
                <a:latin typeface="Arial"/>
                <a:cs typeface="Arial"/>
              </a:endParaRPr>
            </a:p>
            <a:p>
              <a:pPr marL="12700">
                <a:lnSpc>
                  <a:spcPts val="1680"/>
                </a:lnSpc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ST010+TR001_FB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3" name="object 47">
              <a:extLst>
                <a:ext uri="{FF2B5EF4-FFF2-40B4-BE49-F238E27FC236}">
                  <a16:creationId xmlns:a16="http://schemas.microsoft.com/office/drawing/2014/main" id="{C869ED5C-F1EA-4C49-BD48-77AC5967F42C}"/>
                </a:ext>
              </a:extLst>
            </p:cNvPr>
            <p:cNvSpPr/>
            <p:nvPr/>
          </p:nvSpPr>
          <p:spPr>
            <a:xfrm>
              <a:off x="10015728" y="5330952"/>
              <a:ext cx="1477010" cy="591820"/>
            </a:xfrm>
            <a:custGeom>
              <a:avLst/>
              <a:gdLst/>
              <a:ahLst/>
              <a:cxnLst/>
              <a:rect l="l" t="t" r="r" b="b"/>
              <a:pathLst>
                <a:path w="1477009" h="591820">
                  <a:moveTo>
                    <a:pt x="1378204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2"/>
                  </a:lnTo>
                  <a:lnTo>
                    <a:pt x="0" y="591312"/>
                  </a:lnTo>
                  <a:lnTo>
                    <a:pt x="1476755" y="591312"/>
                  </a:lnTo>
                  <a:lnTo>
                    <a:pt x="1476755" y="98552"/>
                  </a:lnTo>
                  <a:lnTo>
                    <a:pt x="1378204" y="0"/>
                  </a:lnTo>
                  <a:close/>
                </a:path>
              </a:pathLst>
            </a:custGeom>
            <a:solidFill>
              <a:srgbClr val="53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8">
              <a:extLst>
                <a:ext uri="{FF2B5EF4-FFF2-40B4-BE49-F238E27FC236}">
                  <a16:creationId xmlns:a16="http://schemas.microsoft.com/office/drawing/2014/main" id="{108FFBB4-BF99-41B5-B0AD-676D49F6F6A2}"/>
                </a:ext>
              </a:extLst>
            </p:cNvPr>
            <p:cNvSpPr txBox="1"/>
            <p:nvPr/>
          </p:nvSpPr>
          <p:spPr>
            <a:xfrm>
              <a:off x="10124693" y="5632500"/>
              <a:ext cx="1242695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MODE_FG_FB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45" name="object 49">
              <a:extLst>
                <a:ext uri="{FF2B5EF4-FFF2-40B4-BE49-F238E27FC236}">
                  <a16:creationId xmlns:a16="http://schemas.microsoft.com/office/drawing/2014/main" id="{760D883D-CC1E-4BEC-80C5-ACE339DCB7CB}"/>
                </a:ext>
              </a:extLst>
            </p:cNvPr>
            <p:cNvSpPr/>
            <p:nvPr/>
          </p:nvSpPr>
          <p:spPr>
            <a:xfrm>
              <a:off x="9552431" y="5937503"/>
              <a:ext cx="2578735" cy="589915"/>
            </a:xfrm>
            <a:custGeom>
              <a:avLst/>
              <a:gdLst/>
              <a:ahLst/>
              <a:cxnLst/>
              <a:rect l="l" t="t" r="r" b="b"/>
              <a:pathLst>
                <a:path w="2578734" h="589915">
                  <a:moveTo>
                    <a:pt x="2480310" y="0"/>
                  </a:moveTo>
                  <a:lnTo>
                    <a:pt x="98298" y="0"/>
                  </a:lnTo>
                  <a:lnTo>
                    <a:pt x="60061" y="7724"/>
                  </a:lnTo>
                  <a:lnTo>
                    <a:pt x="28813" y="28789"/>
                  </a:lnTo>
                  <a:lnTo>
                    <a:pt x="7733" y="60034"/>
                  </a:lnTo>
                  <a:lnTo>
                    <a:pt x="0" y="98298"/>
                  </a:lnTo>
                  <a:lnTo>
                    <a:pt x="0" y="589788"/>
                  </a:lnTo>
                  <a:lnTo>
                    <a:pt x="2578608" y="589788"/>
                  </a:lnTo>
                  <a:lnTo>
                    <a:pt x="2578608" y="98298"/>
                  </a:lnTo>
                  <a:lnTo>
                    <a:pt x="2480310" y="0"/>
                  </a:lnTo>
                  <a:close/>
                </a:path>
              </a:pathLst>
            </a:custGeom>
            <a:solidFill>
              <a:srgbClr val="53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50">
              <a:extLst>
                <a:ext uri="{FF2B5EF4-FFF2-40B4-BE49-F238E27FC236}">
                  <a16:creationId xmlns:a16="http://schemas.microsoft.com/office/drawing/2014/main" id="{EDEA099D-256F-4F22-B5A8-A6D5B818E27C}"/>
                </a:ext>
              </a:extLst>
            </p:cNvPr>
            <p:cNvSpPr txBox="1"/>
            <p:nvPr/>
          </p:nvSpPr>
          <p:spPr>
            <a:xfrm>
              <a:off x="9661906" y="6238138"/>
              <a:ext cx="2335530" cy="23939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400" b="1" spc="-10" dirty="0">
                  <a:solidFill>
                    <a:srgbClr val="FFFFFF"/>
                  </a:solidFill>
                  <a:latin typeface="Arial"/>
                  <a:cs typeface="Arial"/>
                </a:rPr>
                <a:t>MODE_FG_TO_GROUP_FB</a:t>
              </a:r>
              <a:endParaRPr sz="1400">
                <a:latin typeface="Arial"/>
                <a:cs typeface="Arial"/>
              </a:endParaRPr>
            </a:p>
          </p:txBody>
        </p:sp>
        <p:grpSp>
          <p:nvGrpSpPr>
            <p:cNvPr id="47" name="object 51">
              <a:extLst>
                <a:ext uri="{FF2B5EF4-FFF2-40B4-BE49-F238E27FC236}">
                  <a16:creationId xmlns:a16="http://schemas.microsoft.com/office/drawing/2014/main" id="{FFE01CB0-38A6-4B3B-9432-70394A7831CE}"/>
                </a:ext>
              </a:extLst>
            </p:cNvPr>
            <p:cNvGrpSpPr/>
            <p:nvPr/>
          </p:nvGrpSpPr>
          <p:grpSpPr>
            <a:xfrm>
              <a:off x="6868604" y="4809680"/>
              <a:ext cx="1831975" cy="683260"/>
              <a:chOff x="6868604" y="4809680"/>
              <a:chExt cx="1831975" cy="683260"/>
            </a:xfrm>
          </p:grpSpPr>
          <p:sp>
            <p:nvSpPr>
              <p:cNvPr id="48" name="object 52">
                <a:extLst>
                  <a:ext uri="{FF2B5EF4-FFF2-40B4-BE49-F238E27FC236}">
                    <a16:creationId xmlns:a16="http://schemas.microsoft.com/office/drawing/2014/main" id="{740FE23B-6419-472A-BF81-573A640D6B28}"/>
                  </a:ext>
                </a:extLst>
              </p:cNvPr>
              <p:cNvSpPr/>
              <p:nvPr/>
            </p:nvSpPr>
            <p:spPr>
              <a:xfrm>
                <a:off x="6881622" y="4822697"/>
                <a:ext cx="1805939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805940" h="657225">
                    <a:moveTo>
                      <a:pt x="902969" y="0"/>
                    </a:moveTo>
                    <a:lnTo>
                      <a:pt x="825053" y="401"/>
                    </a:lnTo>
                    <a:lnTo>
                      <a:pt x="748978" y="1585"/>
                    </a:lnTo>
                    <a:lnTo>
                      <a:pt x="675016" y="3518"/>
                    </a:lnTo>
                    <a:lnTo>
                      <a:pt x="603437" y="6167"/>
                    </a:lnTo>
                    <a:lnTo>
                      <a:pt x="534512" y="9499"/>
                    </a:lnTo>
                    <a:lnTo>
                      <a:pt x="468512" y="13482"/>
                    </a:lnTo>
                    <a:lnTo>
                      <a:pt x="405708" y="18081"/>
                    </a:lnTo>
                    <a:lnTo>
                      <a:pt x="346372" y="23266"/>
                    </a:lnTo>
                    <a:lnTo>
                      <a:pt x="290774" y="29002"/>
                    </a:lnTo>
                    <a:lnTo>
                      <a:pt x="239185" y="35257"/>
                    </a:lnTo>
                    <a:lnTo>
                      <a:pt x="191876" y="41998"/>
                    </a:lnTo>
                    <a:lnTo>
                      <a:pt x="149117" y="49192"/>
                    </a:lnTo>
                    <a:lnTo>
                      <a:pt x="111181" y="56807"/>
                    </a:lnTo>
                    <a:lnTo>
                      <a:pt x="50859" y="73164"/>
                    </a:lnTo>
                    <a:lnTo>
                      <a:pt x="13076" y="90807"/>
                    </a:lnTo>
                    <a:lnTo>
                      <a:pt x="0" y="109474"/>
                    </a:lnTo>
                    <a:lnTo>
                      <a:pt x="0" y="547370"/>
                    </a:lnTo>
                    <a:lnTo>
                      <a:pt x="29014" y="575002"/>
                    </a:lnTo>
                    <a:lnTo>
                      <a:pt x="78338" y="592035"/>
                    </a:lnTo>
                    <a:lnTo>
                      <a:pt x="149117" y="607651"/>
                    </a:lnTo>
                    <a:lnTo>
                      <a:pt x="191876" y="614845"/>
                    </a:lnTo>
                    <a:lnTo>
                      <a:pt x="239185" y="621586"/>
                    </a:lnTo>
                    <a:lnTo>
                      <a:pt x="290774" y="627841"/>
                    </a:lnTo>
                    <a:lnTo>
                      <a:pt x="346372" y="633577"/>
                    </a:lnTo>
                    <a:lnTo>
                      <a:pt x="405708" y="638762"/>
                    </a:lnTo>
                    <a:lnTo>
                      <a:pt x="468512" y="643361"/>
                    </a:lnTo>
                    <a:lnTo>
                      <a:pt x="534512" y="647344"/>
                    </a:lnTo>
                    <a:lnTo>
                      <a:pt x="603437" y="650676"/>
                    </a:lnTo>
                    <a:lnTo>
                      <a:pt x="675016" y="653325"/>
                    </a:lnTo>
                    <a:lnTo>
                      <a:pt x="748978" y="655258"/>
                    </a:lnTo>
                    <a:lnTo>
                      <a:pt x="825053" y="656442"/>
                    </a:lnTo>
                    <a:lnTo>
                      <a:pt x="902969" y="656844"/>
                    </a:lnTo>
                    <a:lnTo>
                      <a:pt x="980886" y="656442"/>
                    </a:lnTo>
                    <a:lnTo>
                      <a:pt x="1056961" y="655258"/>
                    </a:lnTo>
                    <a:lnTo>
                      <a:pt x="1130923" y="653325"/>
                    </a:lnTo>
                    <a:lnTo>
                      <a:pt x="1202502" y="650676"/>
                    </a:lnTo>
                    <a:lnTo>
                      <a:pt x="1271427" y="647344"/>
                    </a:lnTo>
                    <a:lnTo>
                      <a:pt x="1337427" y="643361"/>
                    </a:lnTo>
                    <a:lnTo>
                      <a:pt x="1400231" y="638762"/>
                    </a:lnTo>
                    <a:lnTo>
                      <a:pt x="1459567" y="633577"/>
                    </a:lnTo>
                    <a:lnTo>
                      <a:pt x="1515165" y="627841"/>
                    </a:lnTo>
                    <a:lnTo>
                      <a:pt x="1566754" y="621586"/>
                    </a:lnTo>
                    <a:lnTo>
                      <a:pt x="1614063" y="614845"/>
                    </a:lnTo>
                    <a:lnTo>
                      <a:pt x="1656822" y="607651"/>
                    </a:lnTo>
                    <a:lnTo>
                      <a:pt x="1694758" y="600036"/>
                    </a:lnTo>
                    <a:lnTo>
                      <a:pt x="1755080" y="583679"/>
                    </a:lnTo>
                    <a:lnTo>
                      <a:pt x="1792863" y="566036"/>
                    </a:lnTo>
                    <a:lnTo>
                      <a:pt x="1805939" y="547370"/>
                    </a:lnTo>
                    <a:lnTo>
                      <a:pt x="1805939" y="109474"/>
                    </a:lnTo>
                    <a:lnTo>
                      <a:pt x="1776925" y="81841"/>
                    </a:lnTo>
                    <a:lnTo>
                      <a:pt x="1727601" y="64808"/>
                    </a:lnTo>
                    <a:lnTo>
                      <a:pt x="1656822" y="49192"/>
                    </a:lnTo>
                    <a:lnTo>
                      <a:pt x="1614063" y="41998"/>
                    </a:lnTo>
                    <a:lnTo>
                      <a:pt x="1566754" y="35257"/>
                    </a:lnTo>
                    <a:lnTo>
                      <a:pt x="1515165" y="29002"/>
                    </a:lnTo>
                    <a:lnTo>
                      <a:pt x="1459567" y="23266"/>
                    </a:lnTo>
                    <a:lnTo>
                      <a:pt x="1400231" y="18081"/>
                    </a:lnTo>
                    <a:lnTo>
                      <a:pt x="1337427" y="13482"/>
                    </a:lnTo>
                    <a:lnTo>
                      <a:pt x="1271427" y="9499"/>
                    </a:lnTo>
                    <a:lnTo>
                      <a:pt x="1202502" y="6167"/>
                    </a:lnTo>
                    <a:lnTo>
                      <a:pt x="1130923" y="3518"/>
                    </a:lnTo>
                    <a:lnTo>
                      <a:pt x="1056961" y="1585"/>
                    </a:lnTo>
                    <a:lnTo>
                      <a:pt x="980886" y="401"/>
                    </a:lnTo>
                    <a:lnTo>
                      <a:pt x="902969" y="0"/>
                    </a:lnTo>
                    <a:close/>
                  </a:path>
                </a:pathLst>
              </a:custGeom>
              <a:solidFill>
                <a:srgbClr val="94ACC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53">
                <a:extLst>
                  <a:ext uri="{FF2B5EF4-FFF2-40B4-BE49-F238E27FC236}">
                    <a16:creationId xmlns:a16="http://schemas.microsoft.com/office/drawing/2014/main" id="{346A6149-7926-465A-81B0-42C0897399BD}"/>
                  </a:ext>
                </a:extLst>
              </p:cNvPr>
              <p:cNvSpPr/>
              <p:nvPr/>
            </p:nvSpPr>
            <p:spPr>
              <a:xfrm>
                <a:off x="6881622" y="4822697"/>
                <a:ext cx="1805939" cy="657225"/>
              </a:xfrm>
              <a:custGeom>
                <a:avLst/>
                <a:gdLst/>
                <a:ahLst/>
                <a:cxnLst/>
                <a:rect l="l" t="t" r="r" b="b"/>
                <a:pathLst>
                  <a:path w="1805940" h="657225">
                    <a:moveTo>
                      <a:pt x="1805940" y="109474"/>
                    </a:moveTo>
                    <a:lnTo>
                      <a:pt x="1776925" y="137106"/>
                    </a:lnTo>
                    <a:lnTo>
                      <a:pt x="1727601" y="154139"/>
                    </a:lnTo>
                    <a:lnTo>
                      <a:pt x="1656822" y="169755"/>
                    </a:lnTo>
                    <a:lnTo>
                      <a:pt x="1614063" y="176949"/>
                    </a:lnTo>
                    <a:lnTo>
                      <a:pt x="1566754" y="183690"/>
                    </a:lnTo>
                    <a:lnTo>
                      <a:pt x="1515165" y="189945"/>
                    </a:lnTo>
                    <a:lnTo>
                      <a:pt x="1459567" y="195681"/>
                    </a:lnTo>
                    <a:lnTo>
                      <a:pt x="1400231" y="200866"/>
                    </a:lnTo>
                    <a:lnTo>
                      <a:pt x="1337427" y="205465"/>
                    </a:lnTo>
                    <a:lnTo>
                      <a:pt x="1271427" y="209448"/>
                    </a:lnTo>
                    <a:lnTo>
                      <a:pt x="1202502" y="212780"/>
                    </a:lnTo>
                    <a:lnTo>
                      <a:pt x="1130923" y="215429"/>
                    </a:lnTo>
                    <a:lnTo>
                      <a:pt x="1056961" y="217362"/>
                    </a:lnTo>
                    <a:lnTo>
                      <a:pt x="980886" y="218546"/>
                    </a:lnTo>
                    <a:lnTo>
                      <a:pt x="902970" y="218948"/>
                    </a:lnTo>
                    <a:lnTo>
                      <a:pt x="825053" y="218546"/>
                    </a:lnTo>
                    <a:lnTo>
                      <a:pt x="748978" y="217362"/>
                    </a:lnTo>
                    <a:lnTo>
                      <a:pt x="675016" y="215429"/>
                    </a:lnTo>
                    <a:lnTo>
                      <a:pt x="603437" y="212780"/>
                    </a:lnTo>
                    <a:lnTo>
                      <a:pt x="534512" y="209448"/>
                    </a:lnTo>
                    <a:lnTo>
                      <a:pt x="468512" y="205465"/>
                    </a:lnTo>
                    <a:lnTo>
                      <a:pt x="405708" y="200866"/>
                    </a:lnTo>
                    <a:lnTo>
                      <a:pt x="346372" y="195681"/>
                    </a:lnTo>
                    <a:lnTo>
                      <a:pt x="290774" y="189945"/>
                    </a:lnTo>
                    <a:lnTo>
                      <a:pt x="239185" y="183690"/>
                    </a:lnTo>
                    <a:lnTo>
                      <a:pt x="191876" y="176949"/>
                    </a:lnTo>
                    <a:lnTo>
                      <a:pt x="149117" y="169755"/>
                    </a:lnTo>
                    <a:lnTo>
                      <a:pt x="111181" y="162140"/>
                    </a:lnTo>
                    <a:lnTo>
                      <a:pt x="50859" y="145783"/>
                    </a:lnTo>
                    <a:lnTo>
                      <a:pt x="13076" y="128140"/>
                    </a:lnTo>
                    <a:lnTo>
                      <a:pt x="3314" y="118918"/>
                    </a:lnTo>
                    <a:lnTo>
                      <a:pt x="0" y="109474"/>
                    </a:lnTo>
                  </a:path>
                  <a:path w="1805940" h="657225">
                    <a:moveTo>
                      <a:pt x="0" y="109474"/>
                    </a:moveTo>
                    <a:lnTo>
                      <a:pt x="29014" y="81841"/>
                    </a:lnTo>
                    <a:lnTo>
                      <a:pt x="78338" y="64808"/>
                    </a:lnTo>
                    <a:lnTo>
                      <a:pt x="149117" y="49192"/>
                    </a:lnTo>
                    <a:lnTo>
                      <a:pt x="191876" y="41998"/>
                    </a:lnTo>
                    <a:lnTo>
                      <a:pt x="239185" y="35257"/>
                    </a:lnTo>
                    <a:lnTo>
                      <a:pt x="290774" y="29002"/>
                    </a:lnTo>
                    <a:lnTo>
                      <a:pt x="346372" y="23266"/>
                    </a:lnTo>
                    <a:lnTo>
                      <a:pt x="405708" y="18081"/>
                    </a:lnTo>
                    <a:lnTo>
                      <a:pt x="468512" y="13482"/>
                    </a:lnTo>
                    <a:lnTo>
                      <a:pt x="534512" y="9499"/>
                    </a:lnTo>
                    <a:lnTo>
                      <a:pt x="603437" y="6167"/>
                    </a:lnTo>
                    <a:lnTo>
                      <a:pt x="675016" y="3518"/>
                    </a:lnTo>
                    <a:lnTo>
                      <a:pt x="748978" y="1585"/>
                    </a:lnTo>
                    <a:lnTo>
                      <a:pt x="825053" y="401"/>
                    </a:lnTo>
                    <a:lnTo>
                      <a:pt x="902970" y="0"/>
                    </a:lnTo>
                    <a:lnTo>
                      <a:pt x="980886" y="401"/>
                    </a:lnTo>
                    <a:lnTo>
                      <a:pt x="1056961" y="1585"/>
                    </a:lnTo>
                    <a:lnTo>
                      <a:pt x="1130923" y="3518"/>
                    </a:lnTo>
                    <a:lnTo>
                      <a:pt x="1202502" y="6167"/>
                    </a:lnTo>
                    <a:lnTo>
                      <a:pt x="1271427" y="9499"/>
                    </a:lnTo>
                    <a:lnTo>
                      <a:pt x="1337427" y="13482"/>
                    </a:lnTo>
                    <a:lnTo>
                      <a:pt x="1400231" y="18081"/>
                    </a:lnTo>
                    <a:lnTo>
                      <a:pt x="1459567" y="23266"/>
                    </a:lnTo>
                    <a:lnTo>
                      <a:pt x="1515165" y="29002"/>
                    </a:lnTo>
                    <a:lnTo>
                      <a:pt x="1566754" y="35257"/>
                    </a:lnTo>
                    <a:lnTo>
                      <a:pt x="1614063" y="41998"/>
                    </a:lnTo>
                    <a:lnTo>
                      <a:pt x="1656822" y="49192"/>
                    </a:lnTo>
                    <a:lnTo>
                      <a:pt x="1694758" y="56807"/>
                    </a:lnTo>
                    <a:lnTo>
                      <a:pt x="1755080" y="73164"/>
                    </a:lnTo>
                    <a:lnTo>
                      <a:pt x="1792863" y="90807"/>
                    </a:lnTo>
                    <a:lnTo>
                      <a:pt x="1805940" y="109474"/>
                    </a:lnTo>
                    <a:lnTo>
                      <a:pt x="1805940" y="547370"/>
                    </a:lnTo>
                    <a:lnTo>
                      <a:pt x="1776925" y="575002"/>
                    </a:lnTo>
                    <a:lnTo>
                      <a:pt x="1727601" y="592035"/>
                    </a:lnTo>
                    <a:lnTo>
                      <a:pt x="1656822" y="607651"/>
                    </a:lnTo>
                    <a:lnTo>
                      <a:pt x="1614063" y="614845"/>
                    </a:lnTo>
                    <a:lnTo>
                      <a:pt x="1566754" y="621586"/>
                    </a:lnTo>
                    <a:lnTo>
                      <a:pt x="1515165" y="627841"/>
                    </a:lnTo>
                    <a:lnTo>
                      <a:pt x="1459567" y="633577"/>
                    </a:lnTo>
                    <a:lnTo>
                      <a:pt x="1400231" y="638762"/>
                    </a:lnTo>
                    <a:lnTo>
                      <a:pt x="1337427" y="643361"/>
                    </a:lnTo>
                    <a:lnTo>
                      <a:pt x="1271427" y="647344"/>
                    </a:lnTo>
                    <a:lnTo>
                      <a:pt x="1202502" y="650676"/>
                    </a:lnTo>
                    <a:lnTo>
                      <a:pt x="1130923" y="653325"/>
                    </a:lnTo>
                    <a:lnTo>
                      <a:pt x="1056961" y="655258"/>
                    </a:lnTo>
                    <a:lnTo>
                      <a:pt x="980886" y="656442"/>
                    </a:lnTo>
                    <a:lnTo>
                      <a:pt x="902970" y="656844"/>
                    </a:lnTo>
                    <a:lnTo>
                      <a:pt x="825053" y="656442"/>
                    </a:lnTo>
                    <a:lnTo>
                      <a:pt x="748978" y="655258"/>
                    </a:lnTo>
                    <a:lnTo>
                      <a:pt x="675016" y="653325"/>
                    </a:lnTo>
                    <a:lnTo>
                      <a:pt x="603437" y="650676"/>
                    </a:lnTo>
                    <a:lnTo>
                      <a:pt x="534512" y="647344"/>
                    </a:lnTo>
                    <a:lnTo>
                      <a:pt x="468512" y="643361"/>
                    </a:lnTo>
                    <a:lnTo>
                      <a:pt x="405708" y="638762"/>
                    </a:lnTo>
                    <a:lnTo>
                      <a:pt x="346372" y="633577"/>
                    </a:lnTo>
                    <a:lnTo>
                      <a:pt x="290774" y="627841"/>
                    </a:lnTo>
                    <a:lnTo>
                      <a:pt x="239185" y="621586"/>
                    </a:lnTo>
                    <a:lnTo>
                      <a:pt x="191876" y="614845"/>
                    </a:lnTo>
                    <a:lnTo>
                      <a:pt x="149117" y="607651"/>
                    </a:lnTo>
                    <a:lnTo>
                      <a:pt x="111181" y="600036"/>
                    </a:lnTo>
                    <a:lnTo>
                      <a:pt x="50859" y="583679"/>
                    </a:lnTo>
                    <a:lnTo>
                      <a:pt x="13076" y="566036"/>
                    </a:lnTo>
                    <a:lnTo>
                      <a:pt x="0" y="547370"/>
                    </a:lnTo>
                    <a:lnTo>
                      <a:pt x="0" y="109474"/>
                    </a:lnTo>
                    <a:close/>
                  </a:path>
                </a:pathLst>
              </a:custGeom>
              <a:ln w="25908">
                <a:solidFill>
                  <a:srgbClr val="3A667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0" name="object 54">
              <a:extLst>
                <a:ext uri="{FF2B5EF4-FFF2-40B4-BE49-F238E27FC236}">
                  <a16:creationId xmlns:a16="http://schemas.microsoft.com/office/drawing/2014/main" id="{86E222C5-198D-4BC3-ABC4-3919F492CD77}"/>
                </a:ext>
              </a:extLst>
            </p:cNvPr>
            <p:cNvSpPr txBox="1"/>
            <p:nvPr/>
          </p:nvSpPr>
          <p:spPr>
            <a:xfrm>
              <a:off x="6973316" y="5070728"/>
              <a:ext cx="1621790" cy="20827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spc="-10" dirty="0">
                  <a:solidFill>
                    <a:srgbClr val="FFFFFF"/>
                  </a:solidFill>
                  <a:latin typeface="Arial MT"/>
                  <a:cs typeface="Arial MT"/>
                </a:rPr>
                <a:t>++ST010+TR001_MDB</a:t>
              </a:r>
              <a:endParaRPr sz="1200">
                <a:latin typeface="Arial MT"/>
                <a:cs typeface="Arial MT"/>
              </a:endParaRPr>
            </a:p>
          </p:txBody>
        </p:sp>
        <p:grpSp>
          <p:nvGrpSpPr>
            <p:cNvPr id="51" name="object 55">
              <a:extLst>
                <a:ext uri="{FF2B5EF4-FFF2-40B4-BE49-F238E27FC236}">
                  <a16:creationId xmlns:a16="http://schemas.microsoft.com/office/drawing/2014/main" id="{56237337-C4B8-465A-AA19-F0522E49FCD6}"/>
                </a:ext>
              </a:extLst>
            </p:cNvPr>
            <p:cNvGrpSpPr/>
            <p:nvPr/>
          </p:nvGrpSpPr>
          <p:grpSpPr>
            <a:xfrm>
              <a:off x="2190750" y="3475482"/>
              <a:ext cx="7807325" cy="2933065"/>
              <a:chOff x="2190750" y="3475482"/>
              <a:chExt cx="7807325" cy="2933065"/>
            </a:xfrm>
          </p:grpSpPr>
          <p:sp>
            <p:nvSpPr>
              <p:cNvPr id="52" name="object 56">
                <a:extLst>
                  <a:ext uri="{FF2B5EF4-FFF2-40B4-BE49-F238E27FC236}">
                    <a16:creationId xmlns:a16="http://schemas.microsoft.com/office/drawing/2014/main" id="{C012AD65-FAA2-4734-A66E-365EDD632BE6}"/>
                  </a:ext>
                </a:extLst>
              </p:cNvPr>
              <p:cNvSpPr/>
              <p:nvPr/>
            </p:nvSpPr>
            <p:spPr>
              <a:xfrm>
                <a:off x="7747253" y="5479542"/>
                <a:ext cx="135255" cy="387350"/>
              </a:xfrm>
              <a:custGeom>
                <a:avLst/>
                <a:gdLst/>
                <a:ahLst/>
                <a:cxnLst/>
                <a:rect l="l" t="t" r="r" b="b"/>
                <a:pathLst>
                  <a:path w="135254" h="387350">
                    <a:moveTo>
                      <a:pt x="59055" y="310553"/>
                    </a:moveTo>
                    <a:lnTo>
                      <a:pt x="59055" y="386753"/>
                    </a:lnTo>
                    <a:lnTo>
                      <a:pt x="115443" y="358559"/>
                    </a:lnTo>
                    <a:lnTo>
                      <a:pt x="71755" y="358559"/>
                    </a:lnTo>
                    <a:lnTo>
                      <a:pt x="71755" y="338747"/>
                    </a:lnTo>
                    <a:lnTo>
                      <a:pt x="115443" y="338747"/>
                    </a:lnTo>
                    <a:lnTo>
                      <a:pt x="59055" y="310553"/>
                    </a:lnTo>
                    <a:close/>
                  </a:path>
                  <a:path w="135254" h="387350">
                    <a:moveTo>
                      <a:pt x="48006" y="63500"/>
                    </a:moveTo>
                    <a:lnTo>
                      <a:pt x="28194" y="63500"/>
                    </a:lnTo>
                    <a:lnTo>
                      <a:pt x="28194" y="358559"/>
                    </a:lnTo>
                    <a:lnTo>
                      <a:pt x="59055" y="358559"/>
                    </a:lnTo>
                    <a:lnTo>
                      <a:pt x="59055" y="348653"/>
                    </a:lnTo>
                    <a:lnTo>
                      <a:pt x="48006" y="348653"/>
                    </a:lnTo>
                    <a:lnTo>
                      <a:pt x="38100" y="338747"/>
                    </a:lnTo>
                    <a:lnTo>
                      <a:pt x="48006" y="338747"/>
                    </a:lnTo>
                    <a:lnTo>
                      <a:pt x="48006" y="63500"/>
                    </a:lnTo>
                    <a:close/>
                  </a:path>
                  <a:path w="135254" h="387350">
                    <a:moveTo>
                      <a:pt x="115443" y="338747"/>
                    </a:moveTo>
                    <a:lnTo>
                      <a:pt x="71755" y="338747"/>
                    </a:lnTo>
                    <a:lnTo>
                      <a:pt x="71755" y="358559"/>
                    </a:lnTo>
                    <a:lnTo>
                      <a:pt x="115443" y="358559"/>
                    </a:lnTo>
                    <a:lnTo>
                      <a:pt x="135255" y="348653"/>
                    </a:lnTo>
                    <a:lnTo>
                      <a:pt x="115443" y="338747"/>
                    </a:lnTo>
                    <a:close/>
                  </a:path>
                  <a:path w="135254" h="387350">
                    <a:moveTo>
                      <a:pt x="48006" y="338747"/>
                    </a:moveTo>
                    <a:lnTo>
                      <a:pt x="38100" y="338747"/>
                    </a:lnTo>
                    <a:lnTo>
                      <a:pt x="48006" y="348653"/>
                    </a:lnTo>
                    <a:lnTo>
                      <a:pt x="48006" y="338747"/>
                    </a:lnTo>
                    <a:close/>
                  </a:path>
                  <a:path w="135254" h="387350">
                    <a:moveTo>
                      <a:pt x="59055" y="338747"/>
                    </a:moveTo>
                    <a:lnTo>
                      <a:pt x="48006" y="338747"/>
                    </a:lnTo>
                    <a:lnTo>
                      <a:pt x="48006" y="348653"/>
                    </a:lnTo>
                    <a:lnTo>
                      <a:pt x="59055" y="348653"/>
                    </a:lnTo>
                    <a:lnTo>
                      <a:pt x="59055" y="338747"/>
                    </a:lnTo>
                    <a:close/>
                  </a:path>
                  <a:path w="135254" h="387350">
                    <a:moveTo>
                      <a:pt x="38100" y="0"/>
                    </a:moveTo>
                    <a:lnTo>
                      <a:pt x="0" y="76200"/>
                    </a:lnTo>
                    <a:lnTo>
                      <a:pt x="28194" y="76200"/>
                    </a:lnTo>
                    <a:lnTo>
                      <a:pt x="28194" y="63500"/>
                    </a:lnTo>
                    <a:lnTo>
                      <a:pt x="69850" y="63500"/>
                    </a:lnTo>
                    <a:lnTo>
                      <a:pt x="38100" y="0"/>
                    </a:lnTo>
                    <a:close/>
                  </a:path>
                  <a:path w="135254" h="387350">
                    <a:moveTo>
                      <a:pt x="69850" y="63500"/>
                    </a:moveTo>
                    <a:lnTo>
                      <a:pt x="48006" y="63500"/>
                    </a:lnTo>
                    <a:lnTo>
                      <a:pt x="48006" y="76200"/>
                    </a:lnTo>
                    <a:lnTo>
                      <a:pt x="76200" y="76200"/>
                    </a:lnTo>
                    <a:lnTo>
                      <a:pt x="69850" y="63500"/>
                    </a:lnTo>
                    <a:close/>
                  </a:path>
                </a:pathLst>
              </a:custGeom>
              <a:solidFill>
                <a:srgbClr val="03586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7">
                <a:extLst>
                  <a:ext uri="{FF2B5EF4-FFF2-40B4-BE49-F238E27FC236}">
                    <a16:creationId xmlns:a16="http://schemas.microsoft.com/office/drawing/2014/main" id="{AA3B2E6F-FAD3-42D1-B659-13912AD224A8}"/>
                  </a:ext>
                </a:extLst>
              </p:cNvPr>
              <p:cNvSpPr/>
              <p:nvPr/>
            </p:nvSpPr>
            <p:spPr>
              <a:xfrm>
                <a:off x="2190750" y="3475481"/>
                <a:ext cx="7807325" cy="2933065"/>
              </a:xfrm>
              <a:custGeom>
                <a:avLst/>
                <a:gdLst/>
                <a:ahLst/>
                <a:cxnLst/>
                <a:rect l="l" t="t" r="r" b="b"/>
                <a:pathLst>
                  <a:path w="7807325" h="2933065">
                    <a:moveTo>
                      <a:pt x="48006" y="2837180"/>
                    </a:moveTo>
                    <a:lnTo>
                      <a:pt x="28194" y="2837180"/>
                    </a:lnTo>
                    <a:lnTo>
                      <a:pt x="28194" y="2904464"/>
                    </a:lnTo>
                    <a:lnTo>
                      <a:pt x="40259" y="2904464"/>
                    </a:lnTo>
                    <a:lnTo>
                      <a:pt x="40259" y="2886811"/>
                    </a:lnTo>
                    <a:lnTo>
                      <a:pt x="48006" y="2894558"/>
                    </a:lnTo>
                    <a:lnTo>
                      <a:pt x="48006" y="2884652"/>
                    </a:lnTo>
                    <a:lnTo>
                      <a:pt x="48006" y="2837180"/>
                    </a:lnTo>
                    <a:close/>
                  </a:path>
                  <a:path w="7807325" h="2933065">
                    <a:moveTo>
                      <a:pt x="48133" y="2757932"/>
                    </a:moveTo>
                    <a:lnTo>
                      <a:pt x="28321" y="2757932"/>
                    </a:lnTo>
                    <a:lnTo>
                      <a:pt x="28194" y="2817368"/>
                    </a:lnTo>
                    <a:lnTo>
                      <a:pt x="48006" y="2817368"/>
                    </a:lnTo>
                    <a:lnTo>
                      <a:pt x="48133" y="2757932"/>
                    </a:lnTo>
                    <a:close/>
                  </a:path>
                  <a:path w="7807325" h="2933065">
                    <a:moveTo>
                      <a:pt x="48133" y="2678684"/>
                    </a:moveTo>
                    <a:lnTo>
                      <a:pt x="28321" y="2678684"/>
                    </a:lnTo>
                    <a:lnTo>
                      <a:pt x="28321" y="2738120"/>
                    </a:lnTo>
                    <a:lnTo>
                      <a:pt x="48133" y="2738120"/>
                    </a:lnTo>
                    <a:lnTo>
                      <a:pt x="48133" y="2678684"/>
                    </a:lnTo>
                    <a:close/>
                  </a:path>
                  <a:path w="7807325" h="2933065">
                    <a:moveTo>
                      <a:pt x="48133" y="2599436"/>
                    </a:moveTo>
                    <a:lnTo>
                      <a:pt x="28321" y="2599436"/>
                    </a:lnTo>
                    <a:lnTo>
                      <a:pt x="28321" y="2658872"/>
                    </a:lnTo>
                    <a:lnTo>
                      <a:pt x="48133" y="2658872"/>
                    </a:lnTo>
                    <a:lnTo>
                      <a:pt x="48133" y="2599436"/>
                    </a:lnTo>
                    <a:close/>
                  </a:path>
                  <a:path w="7807325" h="2933065">
                    <a:moveTo>
                      <a:pt x="48133" y="2520188"/>
                    </a:moveTo>
                    <a:lnTo>
                      <a:pt x="28321" y="2520188"/>
                    </a:lnTo>
                    <a:lnTo>
                      <a:pt x="28321" y="2579624"/>
                    </a:lnTo>
                    <a:lnTo>
                      <a:pt x="48133" y="2579624"/>
                    </a:lnTo>
                    <a:lnTo>
                      <a:pt x="48133" y="2520188"/>
                    </a:lnTo>
                    <a:close/>
                  </a:path>
                  <a:path w="7807325" h="2933065">
                    <a:moveTo>
                      <a:pt x="48133" y="2440940"/>
                    </a:moveTo>
                    <a:lnTo>
                      <a:pt x="28321" y="2440940"/>
                    </a:lnTo>
                    <a:lnTo>
                      <a:pt x="28321" y="2500376"/>
                    </a:lnTo>
                    <a:lnTo>
                      <a:pt x="48133" y="2500376"/>
                    </a:lnTo>
                    <a:lnTo>
                      <a:pt x="48133" y="2440940"/>
                    </a:lnTo>
                    <a:close/>
                  </a:path>
                  <a:path w="7807325" h="2933065">
                    <a:moveTo>
                      <a:pt x="48133" y="2361692"/>
                    </a:moveTo>
                    <a:lnTo>
                      <a:pt x="28321" y="2361692"/>
                    </a:lnTo>
                    <a:lnTo>
                      <a:pt x="28321" y="2421128"/>
                    </a:lnTo>
                    <a:lnTo>
                      <a:pt x="48133" y="2421128"/>
                    </a:lnTo>
                    <a:lnTo>
                      <a:pt x="48133" y="2361692"/>
                    </a:lnTo>
                    <a:close/>
                  </a:path>
                  <a:path w="7807325" h="2933065">
                    <a:moveTo>
                      <a:pt x="48133" y="2282444"/>
                    </a:moveTo>
                    <a:lnTo>
                      <a:pt x="28321" y="2282444"/>
                    </a:lnTo>
                    <a:lnTo>
                      <a:pt x="28321" y="2341880"/>
                    </a:lnTo>
                    <a:lnTo>
                      <a:pt x="48133" y="2341880"/>
                    </a:lnTo>
                    <a:lnTo>
                      <a:pt x="48133" y="2282444"/>
                    </a:lnTo>
                    <a:close/>
                  </a:path>
                  <a:path w="7807325" h="2933065">
                    <a:moveTo>
                      <a:pt x="48133" y="2203196"/>
                    </a:moveTo>
                    <a:lnTo>
                      <a:pt x="28321" y="2203196"/>
                    </a:lnTo>
                    <a:lnTo>
                      <a:pt x="28321" y="2262632"/>
                    </a:lnTo>
                    <a:lnTo>
                      <a:pt x="48133" y="2262632"/>
                    </a:lnTo>
                    <a:lnTo>
                      <a:pt x="48133" y="2203196"/>
                    </a:lnTo>
                    <a:close/>
                  </a:path>
                  <a:path w="7807325" h="2933065">
                    <a:moveTo>
                      <a:pt x="48133" y="2123948"/>
                    </a:moveTo>
                    <a:lnTo>
                      <a:pt x="28321" y="2123948"/>
                    </a:lnTo>
                    <a:lnTo>
                      <a:pt x="28321" y="2183384"/>
                    </a:lnTo>
                    <a:lnTo>
                      <a:pt x="48133" y="2183384"/>
                    </a:lnTo>
                    <a:lnTo>
                      <a:pt x="48133" y="2123948"/>
                    </a:lnTo>
                    <a:close/>
                  </a:path>
                  <a:path w="7807325" h="2933065">
                    <a:moveTo>
                      <a:pt x="48133" y="2044712"/>
                    </a:moveTo>
                    <a:lnTo>
                      <a:pt x="28321" y="2044712"/>
                    </a:lnTo>
                    <a:lnTo>
                      <a:pt x="28321" y="2104148"/>
                    </a:lnTo>
                    <a:lnTo>
                      <a:pt x="48133" y="2104148"/>
                    </a:lnTo>
                    <a:lnTo>
                      <a:pt x="48133" y="2044712"/>
                    </a:lnTo>
                    <a:close/>
                  </a:path>
                  <a:path w="7807325" h="2933065">
                    <a:moveTo>
                      <a:pt x="48133" y="1965464"/>
                    </a:moveTo>
                    <a:lnTo>
                      <a:pt x="28321" y="1965464"/>
                    </a:lnTo>
                    <a:lnTo>
                      <a:pt x="28321" y="2024900"/>
                    </a:lnTo>
                    <a:lnTo>
                      <a:pt x="48133" y="2024900"/>
                    </a:lnTo>
                    <a:lnTo>
                      <a:pt x="48133" y="1965464"/>
                    </a:lnTo>
                    <a:close/>
                  </a:path>
                  <a:path w="7807325" h="2933065">
                    <a:moveTo>
                      <a:pt x="48133" y="1886216"/>
                    </a:moveTo>
                    <a:lnTo>
                      <a:pt x="28321" y="1886216"/>
                    </a:lnTo>
                    <a:lnTo>
                      <a:pt x="28321" y="1945652"/>
                    </a:lnTo>
                    <a:lnTo>
                      <a:pt x="48133" y="1945652"/>
                    </a:lnTo>
                    <a:lnTo>
                      <a:pt x="48133" y="1886216"/>
                    </a:lnTo>
                    <a:close/>
                  </a:path>
                  <a:path w="7807325" h="2933065">
                    <a:moveTo>
                      <a:pt x="48133" y="1806968"/>
                    </a:moveTo>
                    <a:lnTo>
                      <a:pt x="28321" y="1806968"/>
                    </a:lnTo>
                    <a:lnTo>
                      <a:pt x="28321" y="1866404"/>
                    </a:lnTo>
                    <a:lnTo>
                      <a:pt x="48133" y="1866404"/>
                    </a:lnTo>
                    <a:lnTo>
                      <a:pt x="48133" y="1806968"/>
                    </a:lnTo>
                    <a:close/>
                  </a:path>
                  <a:path w="7807325" h="2933065">
                    <a:moveTo>
                      <a:pt x="48133" y="1727720"/>
                    </a:moveTo>
                    <a:lnTo>
                      <a:pt x="28321" y="1727720"/>
                    </a:lnTo>
                    <a:lnTo>
                      <a:pt x="28321" y="1787156"/>
                    </a:lnTo>
                    <a:lnTo>
                      <a:pt x="48133" y="1787156"/>
                    </a:lnTo>
                    <a:lnTo>
                      <a:pt x="48133" y="1727720"/>
                    </a:lnTo>
                    <a:close/>
                  </a:path>
                  <a:path w="7807325" h="2933065">
                    <a:moveTo>
                      <a:pt x="48133" y="1648472"/>
                    </a:moveTo>
                    <a:lnTo>
                      <a:pt x="28321" y="1648472"/>
                    </a:lnTo>
                    <a:lnTo>
                      <a:pt x="28321" y="1707896"/>
                    </a:lnTo>
                    <a:lnTo>
                      <a:pt x="48133" y="1707896"/>
                    </a:lnTo>
                    <a:lnTo>
                      <a:pt x="48133" y="1648472"/>
                    </a:lnTo>
                    <a:close/>
                  </a:path>
                  <a:path w="7807325" h="2933065">
                    <a:moveTo>
                      <a:pt x="48133" y="1569224"/>
                    </a:moveTo>
                    <a:lnTo>
                      <a:pt x="28321" y="1569224"/>
                    </a:lnTo>
                    <a:lnTo>
                      <a:pt x="28321" y="1628660"/>
                    </a:lnTo>
                    <a:lnTo>
                      <a:pt x="48133" y="1628660"/>
                    </a:lnTo>
                    <a:lnTo>
                      <a:pt x="48133" y="1569224"/>
                    </a:lnTo>
                    <a:close/>
                  </a:path>
                  <a:path w="7807325" h="2933065">
                    <a:moveTo>
                      <a:pt x="48133" y="1489976"/>
                    </a:moveTo>
                    <a:lnTo>
                      <a:pt x="28321" y="1489976"/>
                    </a:lnTo>
                    <a:lnTo>
                      <a:pt x="28321" y="1549412"/>
                    </a:lnTo>
                    <a:lnTo>
                      <a:pt x="48133" y="1549412"/>
                    </a:lnTo>
                    <a:lnTo>
                      <a:pt x="48133" y="1489976"/>
                    </a:lnTo>
                    <a:close/>
                  </a:path>
                  <a:path w="7807325" h="2933065">
                    <a:moveTo>
                      <a:pt x="48133" y="1410728"/>
                    </a:moveTo>
                    <a:lnTo>
                      <a:pt x="28321" y="1410728"/>
                    </a:lnTo>
                    <a:lnTo>
                      <a:pt x="28321" y="1470164"/>
                    </a:lnTo>
                    <a:lnTo>
                      <a:pt x="48133" y="1470164"/>
                    </a:lnTo>
                    <a:lnTo>
                      <a:pt x="48133" y="1410728"/>
                    </a:lnTo>
                    <a:close/>
                  </a:path>
                  <a:path w="7807325" h="2933065">
                    <a:moveTo>
                      <a:pt x="48260" y="1331480"/>
                    </a:moveTo>
                    <a:lnTo>
                      <a:pt x="28448" y="1331480"/>
                    </a:lnTo>
                    <a:lnTo>
                      <a:pt x="28321" y="1390916"/>
                    </a:lnTo>
                    <a:lnTo>
                      <a:pt x="48133" y="1390916"/>
                    </a:lnTo>
                    <a:lnTo>
                      <a:pt x="48260" y="1331480"/>
                    </a:lnTo>
                    <a:close/>
                  </a:path>
                  <a:path w="7807325" h="2933065">
                    <a:moveTo>
                      <a:pt x="48260" y="1252232"/>
                    </a:moveTo>
                    <a:lnTo>
                      <a:pt x="28448" y="1252232"/>
                    </a:lnTo>
                    <a:lnTo>
                      <a:pt x="28448" y="1311668"/>
                    </a:lnTo>
                    <a:lnTo>
                      <a:pt x="48260" y="1311668"/>
                    </a:lnTo>
                    <a:lnTo>
                      <a:pt x="48260" y="1252232"/>
                    </a:lnTo>
                    <a:close/>
                  </a:path>
                  <a:path w="7807325" h="2933065">
                    <a:moveTo>
                      <a:pt x="48260" y="1172984"/>
                    </a:moveTo>
                    <a:lnTo>
                      <a:pt x="28448" y="1172984"/>
                    </a:lnTo>
                    <a:lnTo>
                      <a:pt x="28448" y="1232420"/>
                    </a:lnTo>
                    <a:lnTo>
                      <a:pt x="48260" y="1232420"/>
                    </a:lnTo>
                    <a:lnTo>
                      <a:pt x="48260" y="1172984"/>
                    </a:lnTo>
                    <a:close/>
                  </a:path>
                  <a:path w="7807325" h="2933065">
                    <a:moveTo>
                      <a:pt x="48260" y="1093736"/>
                    </a:moveTo>
                    <a:lnTo>
                      <a:pt x="28448" y="1093736"/>
                    </a:lnTo>
                    <a:lnTo>
                      <a:pt x="28448" y="1153172"/>
                    </a:lnTo>
                    <a:lnTo>
                      <a:pt x="48260" y="1153172"/>
                    </a:lnTo>
                    <a:lnTo>
                      <a:pt x="48260" y="1093736"/>
                    </a:lnTo>
                    <a:close/>
                  </a:path>
                  <a:path w="7807325" h="2933065">
                    <a:moveTo>
                      <a:pt x="48260" y="1014488"/>
                    </a:moveTo>
                    <a:lnTo>
                      <a:pt x="28448" y="1014488"/>
                    </a:lnTo>
                    <a:lnTo>
                      <a:pt x="28448" y="1073924"/>
                    </a:lnTo>
                    <a:lnTo>
                      <a:pt x="48260" y="1073924"/>
                    </a:lnTo>
                    <a:lnTo>
                      <a:pt x="48260" y="1014488"/>
                    </a:lnTo>
                    <a:close/>
                  </a:path>
                  <a:path w="7807325" h="2933065">
                    <a:moveTo>
                      <a:pt x="48260" y="935240"/>
                    </a:moveTo>
                    <a:lnTo>
                      <a:pt x="28448" y="935240"/>
                    </a:lnTo>
                    <a:lnTo>
                      <a:pt x="28448" y="994676"/>
                    </a:lnTo>
                    <a:lnTo>
                      <a:pt x="48260" y="994676"/>
                    </a:lnTo>
                    <a:lnTo>
                      <a:pt x="48260" y="935240"/>
                    </a:lnTo>
                    <a:close/>
                  </a:path>
                  <a:path w="7807325" h="2933065">
                    <a:moveTo>
                      <a:pt x="48260" y="855992"/>
                    </a:moveTo>
                    <a:lnTo>
                      <a:pt x="28448" y="855992"/>
                    </a:lnTo>
                    <a:lnTo>
                      <a:pt x="28448" y="915428"/>
                    </a:lnTo>
                    <a:lnTo>
                      <a:pt x="48260" y="915428"/>
                    </a:lnTo>
                    <a:lnTo>
                      <a:pt x="48260" y="855992"/>
                    </a:lnTo>
                    <a:close/>
                  </a:path>
                  <a:path w="7807325" h="2933065">
                    <a:moveTo>
                      <a:pt x="48260" y="776744"/>
                    </a:moveTo>
                    <a:lnTo>
                      <a:pt x="28448" y="776744"/>
                    </a:lnTo>
                    <a:lnTo>
                      <a:pt x="28448" y="836180"/>
                    </a:lnTo>
                    <a:lnTo>
                      <a:pt x="48260" y="836180"/>
                    </a:lnTo>
                    <a:lnTo>
                      <a:pt x="48260" y="776744"/>
                    </a:lnTo>
                    <a:close/>
                  </a:path>
                  <a:path w="7807325" h="2933065">
                    <a:moveTo>
                      <a:pt x="48260" y="697496"/>
                    </a:moveTo>
                    <a:lnTo>
                      <a:pt x="28448" y="697496"/>
                    </a:lnTo>
                    <a:lnTo>
                      <a:pt x="28448" y="756932"/>
                    </a:lnTo>
                    <a:lnTo>
                      <a:pt x="48260" y="756932"/>
                    </a:lnTo>
                    <a:lnTo>
                      <a:pt x="48260" y="697496"/>
                    </a:lnTo>
                    <a:close/>
                  </a:path>
                  <a:path w="7807325" h="2933065">
                    <a:moveTo>
                      <a:pt x="48260" y="618248"/>
                    </a:moveTo>
                    <a:lnTo>
                      <a:pt x="28448" y="618248"/>
                    </a:lnTo>
                    <a:lnTo>
                      <a:pt x="28448" y="677684"/>
                    </a:lnTo>
                    <a:lnTo>
                      <a:pt x="48260" y="677684"/>
                    </a:lnTo>
                    <a:lnTo>
                      <a:pt x="48260" y="618248"/>
                    </a:lnTo>
                    <a:close/>
                  </a:path>
                  <a:path w="7807325" h="2933065">
                    <a:moveTo>
                      <a:pt x="48260" y="539000"/>
                    </a:moveTo>
                    <a:lnTo>
                      <a:pt x="28448" y="539000"/>
                    </a:lnTo>
                    <a:lnTo>
                      <a:pt x="28448" y="598436"/>
                    </a:lnTo>
                    <a:lnTo>
                      <a:pt x="48260" y="598436"/>
                    </a:lnTo>
                    <a:lnTo>
                      <a:pt x="48260" y="539000"/>
                    </a:lnTo>
                    <a:close/>
                  </a:path>
                  <a:path w="7807325" h="2933065">
                    <a:moveTo>
                      <a:pt x="48260" y="459752"/>
                    </a:moveTo>
                    <a:lnTo>
                      <a:pt x="28448" y="459752"/>
                    </a:lnTo>
                    <a:lnTo>
                      <a:pt x="28448" y="519188"/>
                    </a:lnTo>
                    <a:lnTo>
                      <a:pt x="48260" y="519188"/>
                    </a:lnTo>
                    <a:lnTo>
                      <a:pt x="48260" y="459752"/>
                    </a:lnTo>
                    <a:close/>
                  </a:path>
                  <a:path w="7807325" h="2933065">
                    <a:moveTo>
                      <a:pt x="48260" y="380504"/>
                    </a:moveTo>
                    <a:lnTo>
                      <a:pt x="28448" y="380504"/>
                    </a:lnTo>
                    <a:lnTo>
                      <a:pt x="28448" y="439940"/>
                    </a:lnTo>
                    <a:lnTo>
                      <a:pt x="48260" y="439940"/>
                    </a:lnTo>
                    <a:lnTo>
                      <a:pt x="48260" y="380504"/>
                    </a:lnTo>
                    <a:close/>
                  </a:path>
                  <a:path w="7807325" h="2933065">
                    <a:moveTo>
                      <a:pt x="48260" y="301256"/>
                    </a:moveTo>
                    <a:lnTo>
                      <a:pt x="28448" y="301256"/>
                    </a:lnTo>
                    <a:lnTo>
                      <a:pt x="28448" y="360692"/>
                    </a:lnTo>
                    <a:lnTo>
                      <a:pt x="48260" y="360692"/>
                    </a:lnTo>
                    <a:lnTo>
                      <a:pt x="48260" y="301256"/>
                    </a:lnTo>
                    <a:close/>
                  </a:path>
                  <a:path w="7807325" h="2933065">
                    <a:moveTo>
                      <a:pt x="48260" y="222008"/>
                    </a:moveTo>
                    <a:lnTo>
                      <a:pt x="28448" y="222008"/>
                    </a:lnTo>
                    <a:lnTo>
                      <a:pt x="28448" y="281444"/>
                    </a:lnTo>
                    <a:lnTo>
                      <a:pt x="48260" y="281444"/>
                    </a:lnTo>
                    <a:lnTo>
                      <a:pt x="48260" y="222008"/>
                    </a:lnTo>
                    <a:close/>
                  </a:path>
                  <a:path w="7807325" h="2933065">
                    <a:moveTo>
                      <a:pt x="48260" y="142760"/>
                    </a:moveTo>
                    <a:lnTo>
                      <a:pt x="28448" y="142760"/>
                    </a:lnTo>
                    <a:lnTo>
                      <a:pt x="28448" y="202196"/>
                    </a:lnTo>
                    <a:lnTo>
                      <a:pt x="48260" y="202196"/>
                    </a:lnTo>
                    <a:lnTo>
                      <a:pt x="48260" y="142760"/>
                    </a:lnTo>
                    <a:close/>
                  </a:path>
                  <a:path w="7807325" h="2933065">
                    <a:moveTo>
                      <a:pt x="76200" y="76974"/>
                    </a:moveTo>
                    <a:lnTo>
                      <a:pt x="69799" y="63512"/>
                    </a:lnTo>
                    <a:lnTo>
                      <a:pt x="39624" y="0"/>
                    </a:lnTo>
                    <a:lnTo>
                      <a:pt x="0" y="75450"/>
                    </a:lnTo>
                    <a:lnTo>
                      <a:pt x="28448" y="76009"/>
                    </a:lnTo>
                    <a:lnTo>
                      <a:pt x="28448" y="122948"/>
                    </a:lnTo>
                    <a:lnTo>
                      <a:pt x="48260" y="122948"/>
                    </a:lnTo>
                    <a:lnTo>
                      <a:pt x="48260" y="76415"/>
                    </a:lnTo>
                    <a:lnTo>
                      <a:pt x="76200" y="76974"/>
                    </a:lnTo>
                    <a:close/>
                  </a:path>
                  <a:path w="7807325" h="2933065">
                    <a:moveTo>
                      <a:pt x="119507" y="2884652"/>
                    </a:moveTo>
                    <a:lnTo>
                      <a:pt x="60071" y="2884652"/>
                    </a:lnTo>
                    <a:lnTo>
                      <a:pt x="60071" y="2904464"/>
                    </a:lnTo>
                    <a:lnTo>
                      <a:pt x="119507" y="2904464"/>
                    </a:lnTo>
                    <a:lnTo>
                      <a:pt x="119507" y="2884652"/>
                    </a:lnTo>
                    <a:close/>
                  </a:path>
                  <a:path w="7807325" h="2933065">
                    <a:moveTo>
                      <a:pt x="198755" y="2884652"/>
                    </a:moveTo>
                    <a:lnTo>
                      <a:pt x="139319" y="2884652"/>
                    </a:lnTo>
                    <a:lnTo>
                      <a:pt x="139319" y="2904464"/>
                    </a:lnTo>
                    <a:lnTo>
                      <a:pt x="198755" y="2904464"/>
                    </a:lnTo>
                    <a:lnTo>
                      <a:pt x="198755" y="2884652"/>
                    </a:lnTo>
                    <a:close/>
                  </a:path>
                  <a:path w="7807325" h="2933065">
                    <a:moveTo>
                      <a:pt x="278003" y="2884652"/>
                    </a:moveTo>
                    <a:lnTo>
                      <a:pt x="218567" y="2884652"/>
                    </a:lnTo>
                    <a:lnTo>
                      <a:pt x="218567" y="2904464"/>
                    </a:lnTo>
                    <a:lnTo>
                      <a:pt x="278003" y="2904464"/>
                    </a:lnTo>
                    <a:lnTo>
                      <a:pt x="278003" y="2884652"/>
                    </a:lnTo>
                    <a:close/>
                  </a:path>
                  <a:path w="7807325" h="2933065">
                    <a:moveTo>
                      <a:pt x="357251" y="2884652"/>
                    </a:moveTo>
                    <a:lnTo>
                      <a:pt x="297815" y="2884652"/>
                    </a:lnTo>
                    <a:lnTo>
                      <a:pt x="297815" y="2904464"/>
                    </a:lnTo>
                    <a:lnTo>
                      <a:pt x="357251" y="2904464"/>
                    </a:lnTo>
                    <a:lnTo>
                      <a:pt x="357251" y="2884652"/>
                    </a:lnTo>
                    <a:close/>
                  </a:path>
                  <a:path w="7807325" h="2933065">
                    <a:moveTo>
                      <a:pt x="436499" y="2884652"/>
                    </a:moveTo>
                    <a:lnTo>
                      <a:pt x="377063" y="2884652"/>
                    </a:lnTo>
                    <a:lnTo>
                      <a:pt x="377063" y="2904464"/>
                    </a:lnTo>
                    <a:lnTo>
                      <a:pt x="436499" y="2904464"/>
                    </a:lnTo>
                    <a:lnTo>
                      <a:pt x="436499" y="2884652"/>
                    </a:lnTo>
                    <a:close/>
                  </a:path>
                  <a:path w="7807325" h="2933065">
                    <a:moveTo>
                      <a:pt x="515747" y="2884652"/>
                    </a:moveTo>
                    <a:lnTo>
                      <a:pt x="456311" y="2884652"/>
                    </a:lnTo>
                    <a:lnTo>
                      <a:pt x="456311" y="2904464"/>
                    </a:lnTo>
                    <a:lnTo>
                      <a:pt x="515747" y="2904464"/>
                    </a:lnTo>
                    <a:lnTo>
                      <a:pt x="515747" y="2884652"/>
                    </a:lnTo>
                    <a:close/>
                  </a:path>
                  <a:path w="7807325" h="2933065">
                    <a:moveTo>
                      <a:pt x="594995" y="2884652"/>
                    </a:moveTo>
                    <a:lnTo>
                      <a:pt x="535559" y="2884652"/>
                    </a:lnTo>
                    <a:lnTo>
                      <a:pt x="535559" y="2904464"/>
                    </a:lnTo>
                    <a:lnTo>
                      <a:pt x="594995" y="2904464"/>
                    </a:lnTo>
                    <a:lnTo>
                      <a:pt x="594995" y="2884652"/>
                    </a:lnTo>
                    <a:close/>
                  </a:path>
                  <a:path w="7807325" h="2933065">
                    <a:moveTo>
                      <a:pt x="674243" y="2884652"/>
                    </a:moveTo>
                    <a:lnTo>
                      <a:pt x="614807" y="2884652"/>
                    </a:lnTo>
                    <a:lnTo>
                      <a:pt x="614807" y="2904464"/>
                    </a:lnTo>
                    <a:lnTo>
                      <a:pt x="674243" y="2904464"/>
                    </a:lnTo>
                    <a:lnTo>
                      <a:pt x="674243" y="2884652"/>
                    </a:lnTo>
                    <a:close/>
                  </a:path>
                  <a:path w="7807325" h="2933065">
                    <a:moveTo>
                      <a:pt x="753491" y="2884652"/>
                    </a:moveTo>
                    <a:lnTo>
                      <a:pt x="694055" y="2884652"/>
                    </a:lnTo>
                    <a:lnTo>
                      <a:pt x="694055" y="2904464"/>
                    </a:lnTo>
                    <a:lnTo>
                      <a:pt x="753491" y="2904464"/>
                    </a:lnTo>
                    <a:lnTo>
                      <a:pt x="753491" y="2884652"/>
                    </a:lnTo>
                    <a:close/>
                  </a:path>
                  <a:path w="7807325" h="2933065">
                    <a:moveTo>
                      <a:pt x="832739" y="2884652"/>
                    </a:moveTo>
                    <a:lnTo>
                      <a:pt x="773303" y="2884652"/>
                    </a:lnTo>
                    <a:lnTo>
                      <a:pt x="773303" y="2904464"/>
                    </a:lnTo>
                    <a:lnTo>
                      <a:pt x="832739" y="2904464"/>
                    </a:lnTo>
                    <a:lnTo>
                      <a:pt x="832739" y="2884652"/>
                    </a:lnTo>
                    <a:close/>
                  </a:path>
                  <a:path w="7807325" h="2933065">
                    <a:moveTo>
                      <a:pt x="911987" y="2884652"/>
                    </a:moveTo>
                    <a:lnTo>
                      <a:pt x="852551" y="2884652"/>
                    </a:lnTo>
                    <a:lnTo>
                      <a:pt x="852551" y="2904464"/>
                    </a:lnTo>
                    <a:lnTo>
                      <a:pt x="911987" y="2904464"/>
                    </a:lnTo>
                    <a:lnTo>
                      <a:pt x="911987" y="2884652"/>
                    </a:lnTo>
                    <a:close/>
                  </a:path>
                  <a:path w="7807325" h="2933065">
                    <a:moveTo>
                      <a:pt x="991235" y="2884652"/>
                    </a:moveTo>
                    <a:lnTo>
                      <a:pt x="931799" y="2884652"/>
                    </a:lnTo>
                    <a:lnTo>
                      <a:pt x="931799" y="2904464"/>
                    </a:lnTo>
                    <a:lnTo>
                      <a:pt x="991235" y="2904464"/>
                    </a:lnTo>
                    <a:lnTo>
                      <a:pt x="991235" y="2884652"/>
                    </a:lnTo>
                    <a:close/>
                  </a:path>
                  <a:path w="7807325" h="2933065">
                    <a:moveTo>
                      <a:pt x="1070483" y="2884652"/>
                    </a:moveTo>
                    <a:lnTo>
                      <a:pt x="1011047" y="2884652"/>
                    </a:lnTo>
                    <a:lnTo>
                      <a:pt x="1011047" y="2904464"/>
                    </a:lnTo>
                    <a:lnTo>
                      <a:pt x="1070483" y="2904464"/>
                    </a:lnTo>
                    <a:lnTo>
                      <a:pt x="1070483" y="2884652"/>
                    </a:lnTo>
                    <a:close/>
                  </a:path>
                  <a:path w="7807325" h="2933065">
                    <a:moveTo>
                      <a:pt x="1149731" y="2884652"/>
                    </a:moveTo>
                    <a:lnTo>
                      <a:pt x="1090295" y="2884652"/>
                    </a:lnTo>
                    <a:lnTo>
                      <a:pt x="1090295" y="2904464"/>
                    </a:lnTo>
                    <a:lnTo>
                      <a:pt x="1149731" y="2904464"/>
                    </a:lnTo>
                    <a:lnTo>
                      <a:pt x="1149731" y="2884652"/>
                    </a:lnTo>
                    <a:close/>
                  </a:path>
                  <a:path w="7807325" h="2933065">
                    <a:moveTo>
                      <a:pt x="1228979" y="2884652"/>
                    </a:moveTo>
                    <a:lnTo>
                      <a:pt x="1169543" y="2884652"/>
                    </a:lnTo>
                    <a:lnTo>
                      <a:pt x="1169543" y="2904464"/>
                    </a:lnTo>
                    <a:lnTo>
                      <a:pt x="1228979" y="2904464"/>
                    </a:lnTo>
                    <a:lnTo>
                      <a:pt x="1228979" y="2884652"/>
                    </a:lnTo>
                    <a:close/>
                  </a:path>
                  <a:path w="7807325" h="2933065">
                    <a:moveTo>
                      <a:pt x="1308227" y="2884652"/>
                    </a:moveTo>
                    <a:lnTo>
                      <a:pt x="1248791" y="2884652"/>
                    </a:lnTo>
                    <a:lnTo>
                      <a:pt x="1248791" y="2904464"/>
                    </a:lnTo>
                    <a:lnTo>
                      <a:pt x="1308227" y="2904464"/>
                    </a:lnTo>
                    <a:lnTo>
                      <a:pt x="1308227" y="2884652"/>
                    </a:lnTo>
                    <a:close/>
                  </a:path>
                  <a:path w="7807325" h="2933065">
                    <a:moveTo>
                      <a:pt x="1387475" y="2884652"/>
                    </a:moveTo>
                    <a:lnTo>
                      <a:pt x="1328039" y="2884652"/>
                    </a:lnTo>
                    <a:lnTo>
                      <a:pt x="1328039" y="2904464"/>
                    </a:lnTo>
                    <a:lnTo>
                      <a:pt x="1387475" y="2904464"/>
                    </a:lnTo>
                    <a:lnTo>
                      <a:pt x="1387475" y="2884652"/>
                    </a:lnTo>
                    <a:close/>
                  </a:path>
                  <a:path w="7807325" h="2933065">
                    <a:moveTo>
                      <a:pt x="1466723" y="2884652"/>
                    </a:moveTo>
                    <a:lnTo>
                      <a:pt x="1407287" y="2884652"/>
                    </a:lnTo>
                    <a:lnTo>
                      <a:pt x="1407287" y="2904464"/>
                    </a:lnTo>
                    <a:lnTo>
                      <a:pt x="1466723" y="2904464"/>
                    </a:lnTo>
                    <a:lnTo>
                      <a:pt x="1466723" y="2884652"/>
                    </a:lnTo>
                    <a:close/>
                  </a:path>
                  <a:path w="7807325" h="2933065">
                    <a:moveTo>
                      <a:pt x="1545971" y="2884652"/>
                    </a:moveTo>
                    <a:lnTo>
                      <a:pt x="1486535" y="2884652"/>
                    </a:lnTo>
                    <a:lnTo>
                      <a:pt x="1486535" y="2904464"/>
                    </a:lnTo>
                    <a:lnTo>
                      <a:pt x="1545971" y="2904464"/>
                    </a:lnTo>
                    <a:lnTo>
                      <a:pt x="1545971" y="2884652"/>
                    </a:lnTo>
                    <a:close/>
                  </a:path>
                  <a:path w="7807325" h="2933065">
                    <a:moveTo>
                      <a:pt x="1625219" y="2884652"/>
                    </a:moveTo>
                    <a:lnTo>
                      <a:pt x="1565783" y="2884652"/>
                    </a:lnTo>
                    <a:lnTo>
                      <a:pt x="1565783" y="2904464"/>
                    </a:lnTo>
                    <a:lnTo>
                      <a:pt x="1625219" y="2904464"/>
                    </a:lnTo>
                    <a:lnTo>
                      <a:pt x="1625219" y="2884652"/>
                    </a:lnTo>
                    <a:close/>
                  </a:path>
                  <a:path w="7807325" h="2933065">
                    <a:moveTo>
                      <a:pt x="1704467" y="2884652"/>
                    </a:moveTo>
                    <a:lnTo>
                      <a:pt x="1645031" y="2884652"/>
                    </a:lnTo>
                    <a:lnTo>
                      <a:pt x="1645031" y="2904464"/>
                    </a:lnTo>
                    <a:lnTo>
                      <a:pt x="1704467" y="2904464"/>
                    </a:lnTo>
                    <a:lnTo>
                      <a:pt x="1704467" y="2884652"/>
                    </a:lnTo>
                    <a:close/>
                  </a:path>
                  <a:path w="7807325" h="2933065">
                    <a:moveTo>
                      <a:pt x="1783715" y="2884652"/>
                    </a:moveTo>
                    <a:lnTo>
                      <a:pt x="1724279" y="2884652"/>
                    </a:lnTo>
                    <a:lnTo>
                      <a:pt x="1724279" y="2904464"/>
                    </a:lnTo>
                    <a:lnTo>
                      <a:pt x="1783715" y="2904464"/>
                    </a:lnTo>
                    <a:lnTo>
                      <a:pt x="1783715" y="2884652"/>
                    </a:lnTo>
                    <a:close/>
                  </a:path>
                  <a:path w="7807325" h="2933065">
                    <a:moveTo>
                      <a:pt x="1862963" y="2884652"/>
                    </a:moveTo>
                    <a:lnTo>
                      <a:pt x="1803527" y="2884652"/>
                    </a:lnTo>
                    <a:lnTo>
                      <a:pt x="1803527" y="2904464"/>
                    </a:lnTo>
                    <a:lnTo>
                      <a:pt x="1862963" y="2904464"/>
                    </a:lnTo>
                    <a:lnTo>
                      <a:pt x="1862963" y="2884652"/>
                    </a:lnTo>
                    <a:close/>
                  </a:path>
                  <a:path w="7807325" h="2933065">
                    <a:moveTo>
                      <a:pt x="1942211" y="2884652"/>
                    </a:moveTo>
                    <a:lnTo>
                      <a:pt x="1882775" y="2884652"/>
                    </a:lnTo>
                    <a:lnTo>
                      <a:pt x="1882775" y="2904464"/>
                    </a:lnTo>
                    <a:lnTo>
                      <a:pt x="1942211" y="2904464"/>
                    </a:lnTo>
                    <a:lnTo>
                      <a:pt x="1942211" y="2884652"/>
                    </a:lnTo>
                    <a:close/>
                  </a:path>
                  <a:path w="7807325" h="2933065">
                    <a:moveTo>
                      <a:pt x="2021459" y="2884652"/>
                    </a:moveTo>
                    <a:lnTo>
                      <a:pt x="1962023" y="2884652"/>
                    </a:lnTo>
                    <a:lnTo>
                      <a:pt x="1962023" y="2904464"/>
                    </a:lnTo>
                    <a:lnTo>
                      <a:pt x="2021459" y="2904464"/>
                    </a:lnTo>
                    <a:lnTo>
                      <a:pt x="2021459" y="2884652"/>
                    </a:lnTo>
                    <a:close/>
                  </a:path>
                  <a:path w="7807325" h="2933065">
                    <a:moveTo>
                      <a:pt x="2100707" y="2884652"/>
                    </a:moveTo>
                    <a:lnTo>
                      <a:pt x="2041271" y="2884652"/>
                    </a:lnTo>
                    <a:lnTo>
                      <a:pt x="2041271" y="2904464"/>
                    </a:lnTo>
                    <a:lnTo>
                      <a:pt x="2100707" y="2904464"/>
                    </a:lnTo>
                    <a:lnTo>
                      <a:pt x="2100707" y="2884652"/>
                    </a:lnTo>
                    <a:close/>
                  </a:path>
                  <a:path w="7807325" h="2933065">
                    <a:moveTo>
                      <a:pt x="2179955" y="2884652"/>
                    </a:moveTo>
                    <a:lnTo>
                      <a:pt x="2120519" y="2884652"/>
                    </a:lnTo>
                    <a:lnTo>
                      <a:pt x="2120519" y="2904464"/>
                    </a:lnTo>
                    <a:lnTo>
                      <a:pt x="2179955" y="2904464"/>
                    </a:lnTo>
                    <a:lnTo>
                      <a:pt x="2179955" y="2884652"/>
                    </a:lnTo>
                    <a:close/>
                  </a:path>
                  <a:path w="7807325" h="2933065">
                    <a:moveTo>
                      <a:pt x="2259203" y="2884652"/>
                    </a:moveTo>
                    <a:lnTo>
                      <a:pt x="2199767" y="2884652"/>
                    </a:lnTo>
                    <a:lnTo>
                      <a:pt x="2199767" y="2904464"/>
                    </a:lnTo>
                    <a:lnTo>
                      <a:pt x="2259203" y="2904464"/>
                    </a:lnTo>
                    <a:lnTo>
                      <a:pt x="2259203" y="2884652"/>
                    </a:lnTo>
                    <a:close/>
                  </a:path>
                  <a:path w="7807325" h="2933065">
                    <a:moveTo>
                      <a:pt x="2338451" y="2884652"/>
                    </a:moveTo>
                    <a:lnTo>
                      <a:pt x="2279015" y="2884652"/>
                    </a:lnTo>
                    <a:lnTo>
                      <a:pt x="2279015" y="2904464"/>
                    </a:lnTo>
                    <a:lnTo>
                      <a:pt x="2338451" y="2904464"/>
                    </a:lnTo>
                    <a:lnTo>
                      <a:pt x="2338451" y="2884652"/>
                    </a:lnTo>
                    <a:close/>
                  </a:path>
                  <a:path w="7807325" h="2933065">
                    <a:moveTo>
                      <a:pt x="2417699" y="2884652"/>
                    </a:moveTo>
                    <a:lnTo>
                      <a:pt x="2358263" y="2884652"/>
                    </a:lnTo>
                    <a:lnTo>
                      <a:pt x="2358263" y="2904464"/>
                    </a:lnTo>
                    <a:lnTo>
                      <a:pt x="2417699" y="2904464"/>
                    </a:lnTo>
                    <a:lnTo>
                      <a:pt x="2417699" y="2884652"/>
                    </a:lnTo>
                    <a:close/>
                  </a:path>
                  <a:path w="7807325" h="2933065">
                    <a:moveTo>
                      <a:pt x="2496947" y="2884652"/>
                    </a:moveTo>
                    <a:lnTo>
                      <a:pt x="2437511" y="2884652"/>
                    </a:lnTo>
                    <a:lnTo>
                      <a:pt x="2437511" y="2904464"/>
                    </a:lnTo>
                    <a:lnTo>
                      <a:pt x="2496947" y="2904464"/>
                    </a:lnTo>
                    <a:lnTo>
                      <a:pt x="2496947" y="2884652"/>
                    </a:lnTo>
                    <a:close/>
                  </a:path>
                  <a:path w="7807325" h="2933065">
                    <a:moveTo>
                      <a:pt x="2576195" y="2884652"/>
                    </a:moveTo>
                    <a:lnTo>
                      <a:pt x="2516759" y="2884652"/>
                    </a:lnTo>
                    <a:lnTo>
                      <a:pt x="2516759" y="2904464"/>
                    </a:lnTo>
                    <a:lnTo>
                      <a:pt x="2576195" y="2904464"/>
                    </a:lnTo>
                    <a:lnTo>
                      <a:pt x="2576195" y="2884652"/>
                    </a:lnTo>
                    <a:close/>
                  </a:path>
                  <a:path w="7807325" h="2933065">
                    <a:moveTo>
                      <a:pt x="2655443" y="2884652"/>
                    </a:moveTo>
                    <a:lnTo>
                      <a:pt x="2596007" y="2884652"/>
                    </a:lnTo>
                    <a:lnTo>
                      <a:pt x="2596007" y="2904464"/>
                    </a:lnTo>
                    <a:lnTo>
                      <a:pt x="2655443" y="2904464"/>
                    </a:lnTo>
                    <a:lnTo>
                      <a:pt x="2655443" y="2884652"/>
                    </a:lnTo>
                    <a:close/>
                  </a:path>
                  <a:path w="7807325" h="2933065">
                    <a:moveTo>
                      <a:pt x="2734691" y="2884652"/>
                    </a:moveTo>
                    <a:lnTo>
                      <a:pt x="2675255" y="2884652"/>
                    </a:lnTo>
                    <a:lnTo>
                      <a:pt x="2675255" y="2904464"/>
                    </a:lnTo>
                    <a:lnTo>
                      <a:pt x="2734691" y="2904464"/>
                    </a:lnTo>
                    <a:lnTo>
                      <a:pt x="2734691" y="2884652"/>
                    </a:lnTo>
                    <a:close/>
                  </a:path>
                  <a:path w="7807325" h="2933065">
                    <a:moveTo>
                      <a:pt x="2813939" y="2884652"/>
                    </a:moveTo>
                    <a:lnTo>
                      <a:pt x="2754503" y="2884652"/>
                    </a:lnTo>
                    <a:lnTo>
                      <a:pt x="2754503" y="2904464"/>
                    </a:lnTo>
                    <a:lnTo>
                      <a:pt x="2813939" y="2904464"/>
                    </a:lnTo>
                    <a:lnTo>
                      <a:pt x="2813939" y="2884652"/>
                    </a:lnTo>
                    <a:close/>
                  </a:path>
                  <a:path w="7807325" h="2933065">
                    <a:moveTo>
                      <a:pt x="2893187" y="2884652"/>
                    </a:moveTo>
                    <a:lnTo>
                      <a:pt x="2833751" y="2884652"/>
                    </a:lnTo>
                    <a:lnTo>
                      <a:pt x="2833751" y="2904464"/>
                    </a:lnTo>
                    <a:lnTo>
                      <a:pt x="2893187" y="2904464"/>
                    </a:lnTo>
                    <a:lnTo>
                      <a:pt x="2893187" y="2884652"/>
                    </a:lnTo>
                    <a:close/>
                  </a:path>
                  <a:path w="7807325" h="2933065">
                    <a:moveTo>
                      <a:pt x="2972435" y="2884652"/>
                    </a:moveTo>
                    <a:lnTo>
                      <a:pt x="2912999" y="2884652"/>
                    </a:lnTo>
                    <a:lnTo>
                      <a:pt x="2912999" y="2904464"/>
                    </a:lnTo>
                    <a:lnTo>
                      <a:pt x="2972435" y="2904464"/>
                    </a:lnTo>
                    <a:lnTo>
                      <a:pt x="2972435" y="2884652"/>
                    </a:lnTo>
                    <a:close/>
                  </a:path>
                  <a:path w="7807325" h="2933065">
                    <a:moveTo>
                      <a:pt x="3051683" y="2884652"/>
                    </a:moveTo>
                    <a:lnTo>
                      <a:pt x="2992247" y="2884652"/>
                    </a:lnTo>
                    <a:lnTo>
                      <a:pt x="2992247" y="2904464"/>
                    </a:lnTo>
                    <a:lnTo>
                      <a:pt x="3051683" y="2904464"/>
                    </a:lnTo>
                    <a:lnTo>
                      <a:pt x="3051683" y="2884652"/>
                    </a:lnTo>
                    <a:close/>
                  </a:path>
                  <a:path w="7807325" h="2933065">
                    <a:moveTo>
                      <a:pt x="3130931" y="2884652"/>
                    </a:moveTo>
                    <a:lnTo>
                      <a:pt x="3071495" y="2884652"/>
                    </a:lnTo>
                    <a:lnTo>
                      <a:pt x="3071495" y="2904464"/>
                    </a:lnTo>
                    <a:lnTo>
                      <a:pt x="3130931" y="2904464"/>
                    </a:lnTo>
                    <a:lnTo>
                      <a:pt x="3130931" y="2884652"/>
                    </a:lnTo>
                    <a:close/>
                  </a:path>
                  <a:path w="7807325" h="2933065">
                    <a:moveTo>
                      <a:pt x="3210179" y="2884652"/>
                    </a:moveTo>
                    <a:lnTo>
                      <a:pt x="3150743" y="2884652"/>
                    </a:lnTo>
                    <a:lnTo>
                      <a:pt x="3150743" y="2904464"/>
                    </a:lnTo>
                    <a:lnTo>
                      <a:pt x="3210179" y="2904464"/>
                    </a:lnTo>
                    <a:lnTo>
                      <a:pt x="3210179" y="2884652"/>
                    </a:lnTo>
                    <a:close/>
                  </a:path>
                  <a:path w="7807325" h="2933065">
                    <a:moveTo>
                      <a:pt x="3289427" y="2884652"/>
                    </a:moveTo>
                    <a:lnTo>
                      <a:pt x="3229991" y="2884652"/>
                    </a:lnTo>
                    <a:lnTo>
                      <a:pt x="3229991" y="2904464"/>
                    </a:lnTo>
                    <a:lnTo>
                      <a:pt x="3289427" y="2904464"/>
                    </a:lnTo>
                    <a:lnTo>
                      <a:pt x="3289427" y="2884652"/>
                    </a:lnTo>
                    <a:close/>
                  </a:path>
                  <a:path w="7807325" h="2933065">
                    <a:moveTo>
                      <a:pt x="3368675" y="2884652"/>
                    </a:moveTo>
                    <a:lnTo>
                      <a:pt x="3309239" y="2884652"/>
                    </a:lnTo>
                    <a:lnTo>
                      <a:pt x="3309239" y="2904464"/>
                    </a:lnTo>
                    <a:lnTo>
                      <a:pt x="3368675" y="2904464"/>
                    </a:lnTo>
                    <a:lnTo>
                      <a:pt x="3368675" y="2884652"/>
                    </a:lnTo>
                    <a:close/>
                  </a:path>
                  <a:path w="7807325" h="2933065">
                    <a:moveTo>
                      <a:pt x="3447923" y="2884652"/>
                    </a:moveTo>
                    <a:lnTo>
                      <a:pt x="3388487" y="2884652"/>
                    </a:lnTo>
                    <a:lnTo>
                      <a:pt x="3388487" y="2904464"/>
                    </a:lnTo>
                    <a:lnTo>
                      <a:pt x="3447923" y="2904464"/>
                    </a:lnTo>
                    <a:lnTo>
                      <a:pt x="3447923" y="2884652"/>
                    </a:lnTo>
                    <a:close/>
                  </a:path>
                  <a:path w="7807325" h="2933065">
                    <a:moveTo>
                      <a:pt x="3527171" y="2884652"/>
                    </a:moveTo>
                    <a:lnTo>
                      <a:pt x="3467735" y="2884652"/>
                    </a:lnTo>
                    <a:lnTo>
                      <a:pt x="3467735" y="2904464"/>
                    </a:lnTo>
                    <a:lnTo>
                      <a:pt x="3527171" y="2904464"/>
                    </a:lnTo>
                    <a:lnTo>
                      <a:pt x="3527171" y="2884652"/>
                    </a:lnTo>
                    <a:close/>
                  </a:path>
                  <a:path w="7807325" h="2933065">
                    <a:moveTo>
                      <a:pt x="3606419" y="2884652"/>
                    </a:moveTo>
                    <a:lnTo>
                      <a:pt x="3546983" y="2884652"/>
                    </a:lnTo>
                    <a:lnTo>
                      <a:pt x="3546983" y="2904464"/>
                    </a:lnTo>
                    <a:lnTo>
                      <a:pt x="3606419" y="2904464"/>
                    </a:lnTo>
                    <a:lnTo>
                      <a:pt x="3606419" y="2884652"/>
                    </a:lnTo>
                    <a:close/>
                  </a:path>
                  <a:path w="7807325" h="2933065">
                    <a:moveTo>
                      <a:pt x="3685667" y="2884652"/>
                    </a:moveTo>
                    <a:lnTo>
                      <a:pt x="3626231" y="2884652"/>
                    </a:lnTo>
                    <a:lnTo>
                      <a:pt x="3626231" y="2904464"/>
                    </a:lnTo>
                    <a:lnTo>
                      <a:pt x="3685667" y="2904464"/>
                    </a:lnTo>
                    <a:lnTo>
                      <a:pt x="3685667" y="2884652"/>
                    </a:lnTo>
                    <a:close/>
                  </a:path>
                  <a:path w="7807325" h="2933065">
                    <a:moveTo>
                      <a:pt x="3764915" y="2884652"/>
                    </a:moveTo>
                    <a:lnTo>
                      <a:pt x="3705479" y="2884652"/>
                    </a:lnTo>
                    <a:lnTo>
                      <a:pt x="3705479" y="2904464"/>
                    </a:lnTo>
                    <a:lnTo>
                      <a:pt x="3764915" y="2904464"/>
                    </a:lnTo>
                    <a:lnTo>
                      <a:pt x="3764915" y="2884652"/>
                    </a:lnTo>
                    <a:close/>
                  </a:path>
                  <a:path w="7807325" h="2933065">
                    <a:moveTo>
                      <a:pt x="3844163" y="2884652"/>
                    </a:moveTo>
                    <a:lnTo>
                      <a:pt x="3784727" y="2884652"/>
                    </a:lnTo>
                    <a:lnTo>
                      <a:pt x="3784727" y="2904464"/>
                    </a:lnTo>
                    <a:lnTo>
                      <a:pt x="3844163" y="2904464"/>
                    </a:lnTo>
                    <a:lnTo>
                      <a:pt x="3844163" y="2884652"/>
                    </a:lnTo>
                    <a:close/>
                  </a:path>
                  <a:path w="7807325" h="2933065">
                    <a:moveTo>
                      <a:pt x="3923411" y="2884652"/>
                    </a:moveTo>
                    <a:lnTo>
                      <a:pt x="3863975" y="2884652"/>
                    </a:lnTo>
                    <a:lnTo>
                      <a:pt x="3863975" y="2904464"/>
                    </a:lnTo>
                    <a:lnTo>
                      <a:pt x="3923411" y="2904464"/>
                    </a:lnTo>
                    <a:lnTo>
                      <a:pt x="3923411" y="2884652"/>
                    </a:lnTo>
                    <a:close/>
                  </a:path>
                  <a:path w="7807325" h="2933065">
                    <a:moveTo>
                      <a:pt x="4002659" y="2884652"/>
                    </a:moveTo>
                    <a:lnTo>
                      <a:pt x="3943223" y="2884652"/>
                    </a:lnTo>
                    <a:lnTo>
                      <a:pt x="3943223" y="2904464"/>
                    </a:lnTo>
                    <a:lnTo>
                      <a:pt x="4002659" y="2904464"/>
                    </a:lnTo>
                    <a:lnTo>
                      <a:pt x="4002659" y="2884652"/>
                    </a:lnTo>
                    <a:close/>
                  </a:path>
                  <a:path w="7807325" h="2933065">
                    <a:moveTo>
                      <a:pt x="4081907" y="2884652"/>
                    </a:moveTo>
                    <a:lnTo>
                      <a:pt x="4022471" y="2884652"/>
                    </a:lnTo>
                    <a:lnTo>
                      <a:pt x="4022471" y="2904464"/>
                    </a:lnTo>
                    <a:lnTo>
                      <a:pt x="4081907" y="2904464"/>
                    </a:lnTo>
                    <a:lnTo>
                      <a:pt x="4081907" y="2884652"/>
                    </a:lnTo>
                    <a:close/>
                  </a:path>
                  <a:path w="7807325" h="2933065">
                    <a:moveTo>
                      <a:pt x="4161155" y="2884652"/>
                    </a:moveTo>
                    <a:lnTo>
                      <a:pt x="4101719" y="2884652"/>
                    </a:lnTo>
                    <a:lnTo>
                      <a:pt x="4101719" y="2904464"/>
                    </a:lnTo>
                    <a:lnTo>
                      <a:pt x="4161155" y="2904464"/>
                    </a:lnTo>
                    <a:lnTo>
                      <a:pt x="4161155" y="2884652"/>
                    </a:lnTo>
                    <a:close/>
                  </a:path>
                  <a:path w="7807325" h="2933065">
                    <a:moveTo>
                      <a:pt x="4240403" y="2884652"/>
                    </a:moveTo>
                    <a:lnTo>
                      <a:pt x="4180967" y="2884652"/>
                    </a:lnTo>
                    <a:lnTo>
                      <a:pt x="4180967" y="2904464"/>
                    </a:lnTo>
                    <a:lnTo>
                      <a:pt x="4240403" y="2904464"/>
                    </a:lnTo>
                    <a:lnTo>
                      <a:pt x="4240403" y="2884652"/>
                    </a:lnTo>
                    <a:close/>
                  </a:path>
                  <a:path w="7807325" h="2933065">
                    <a:moveTo>
                      <a:pt x="4319651" y="2884652"/>
                    </a:moveTo>
                    <a:lnTo>
                      <a:pt x="4260215" y="2884652"/>
                    </a:lnTo>
                    <a:lnTo>
                      <a:pt x="4260215" y="2904464"/>
                    </a:lnTo>
                    <a:lnTo>
                      <a:pt x="4319651" y="2904464"/>
                    </a:lnTo>
                    <a:lnTo>
                      <a:pt x="4319651" y="2884652"/>
                    </a:lnTo>
                    <a:close/>
                  </a:path>
                  <a:path w="7807325" h="2933065">
                    <a:moveTo>
                      <a:pt x="4398899" y="2884652"/>
                    </a:moveTo>
                    <a:lnTo>
                      <a:pt x="4339463" y="2884652"/>
                    </a:lnTo>
                    <a:lnTo>
                      <a:pt x="4339463" y="2904464"/>
                    </a:lnTo>
                    <a:lnTo>
                      <a:pt x="4398899" y="2904464"/>
                    </a:lnTo>
                    <a:lnTo>
                      <a:pt x="4398899" y="2884652"/>
                    </a:lnTo>
                    <a:close/>
                  </a:path>
                  <a:path w="7807325" h="2933065">
                    <a:moveTo>
                      <a:pt x="4478147" y="2884652"/>
                    </a:moveTo>
                    <a:lnTo>
                      <a:pt x="4418711" y="2884652"/>
                    </a:lnTo>
                    <a:lnTo>
                      <a:pt x="4418711" y="2904464"/>
                    </a:lnTo>
                    <a:lnTo>
                      <a:pt x="4478147" y="2904464"/>
                    </a:lnTo>
                    <a:lnTo>
                      <a:pt x="4478147" y="2884652"/>
                    </a:lnTo>
                    <a:close/>
                  </a:path>
                  <a:path w="7807325" h="2933065">
                    <a:moveTo>
                      <a:pt x="4557395" y="2884652"/>
                    </a:moveTo>
                    <a:lnTo>
                      <a:pt x="4497959" y="2884652"/>
                    </a:lnTo>
                    <a:lnTo>
                      <a:pt x="4497959" y="2904464"/>
                    </a:lnTo>
                    <a:lnTo>
                      <a:pt x="4557395" y="2904464"/>
                    </a:lnTo>
                    <a:lnTo>
                      <a:pt x="4557395" y="2884652"/>
                    </a:lnTo>
                    <a:close/>
                  </a:path>
                  <a:path w="7807325" h="2933065">
                    <a:moveTo>
                      <a:pt x="4636643" y="2884652"/>
                    </a:moveTo>
                    <a:lnTo>
                      <a:pt x="4577207" y="2884652"/>
                    </a:lnTo>
                    <a:lnTo>
                      <a:pt x="4577207" y="2904464"/>
                    </a:lnTo>
                    <a:lnTo>
                      <a:pt x="4636643" y="2904464"/>
                    </a:lnTo>
                    <a:lnTo>
                      <a:pt x="4636643" y="2884652"/>
                    </a:lnTo>
                    <a:close/>
                  </a:path>
                  <a:path w="7807325" h="2933065">
                    <a:moveTo>
                      <a:pt x="4715891" y="2884652"/>
                    </a:moveTo>
                    <a:lnTo>
                      <a:pt x="4656455" y="2884652"/>
                    </a:lnTo>
                    <a:lnTo>
                      <a:pt x="4656455" y="2904464"/>
                    </a:lnTo>
                    <a:lnTo>
                      <a:pt x="4715891" y="2904464"/>
                    </a:lnTo>
                    <a:lnTo>
                      <a:pt x="4715891" y="2884652"/>
                    </a:lnTo>
                    <a:close/>
                  </a:path>
                  <a:path w="7807325" h="2933065">
                    <a:moveTo>
                      <a:pt x="4795139" y="2884652"/>
                    </a:moveTo>
                    <a:lnTo>
                      <a:pt x="4735703" y="2884652"/>
                    </a:lnTo>
                    <a:lnTo>
                      <a:pt x="4735703" y="2904464"/>
                    </a:lnTo>
                    <a:lnTo>
                      <a:pt x="4795139" y="2904464"/>
                    </a:lnTo>
                    <a:lnTo>
                      <a:pt x="4795139" y="2884652"/>
                    </a:lnTo>
                    <a:close/>
                  </a:path>
                  <a:path w="7807325" h="2933065">
                    <a:moveTo>
                      <a:pt x="4874387" y="2884652"/>
                    </a:moveTo>
                    <a:lnTo>
                      <a:pt x="4814951" y="2884652"/>
                    </a:lnTo>
                    <a:lnTo>
                      <a:pt x="4814951" y="2904464"/>
                    </a:lnTo>
                    <a:lnTo>
                      <a:pt x="4874387" y="2904464"/>
                    </a:lnTo>
                    <a:lnTo>
                      <a:pt x="4874387" y="2884652"/>
                    </a:lnTo>
                    <a:close/>
                  </a:path>
                  <a:path w="7807325" h="2933065">
                    <a:moveTo>
                      <a:pt x="4953635" y="2884652"/>
                    </a:moveTo>
                    <a:lnTo>
                      <a:pt x="4894199" y="2884652"/>
                    </a:lnTo>
                    <a:lnTo>
                      <a:pt x="4894199" y="2904464"/>
                    </a:lnTo>
                    <a:lnTo>
                      <a:pt x="4953635" y="2904464"/>
                    </a:lnTo>
                    <a:lnTo>
                      <a:pt x="4953635" y="2884652"/>
                    </a:lnTo>
                    <a:close/>
                  </a:path>
                  <a:path w="7807325" h="2933065">
                    <a:moveTo>
                      <a:pt x="5032883" y="2884652"/>
                    </a:moveTo>
                    <a:lnTo>
                      <a:pt x="4973447" y="2884652"/>
                    </a:lnTo>
                    <a:lnTo>
                      <a:pt x="4973447" y="2904464"/>
                    </a:lnTo>
                    <a:lnTo>
                      <a:pt x="5032883" y="2904464"/>
                    </a:lnTo>
                    <a:lnTo>
                      <a:pt x="5032883" y="2884652"/>
                    </a:lnTo>
                    <a:close/>
                  </a:path>
                  <a:path w="7807325" h="2933065">
                    <a:moveTo>
                      <a:pt x="5112131" y="2884652"/>
                    </a:moveTo>
                    <a:lnTo>
                      <a:pt x="5052695" y="2884652"/>
                    </a:lnTo>
                    <a:lnTo>
                      <a:pt x="5052695" y="2904464"/>
                    </a:lnTo>
                    <a:lnTo>
                      <a:pt x="5112131" y="2904464"/>
                    </a:lnTo>
                    <a:lnTo>
                      <a:pt x="5112131" y="2884652"/>
                    </a:lnTo>
                    <a:close/>
                  </a:path>
                  <a:path w="7807325" h="2933065">
                    <a:moveTo>
                      <a:pt x="5191379" y="2884652"/>
                    </a:moveTo>
                    <a:lnTo>
                      <a:pt x="5131943" y="2884652"/>
                    </a:lnTo>
                    <a:lnTo>
                      <a:pt x="5131943" y="2904464"/>
                    </a:lnTo>
                    <a:lnTo>
                      <a:pt x="5191379" y="2904464"/>
                    </a:lnTo>
                    <a:lnTo>
                      <a:pt x="5191379" y="2884652"/>
                    </a:lnTo>
                    <a:close/>
                  </a:path>
                  <a:path w="7807325" h="2933065">
                    <a:moveTo>
                      <a:pt x="5270627" y="2884652"/>
                    </a:moveTo>
                    <a:lnTo>
                      <a:pt x="5211191" y="2884652"/>
                    </a:lnTo>
                    <a:lnTo>
                      <a:pt x="5211191" y="2904464"/>
                    </a:lnTo>
                    <a:lnTo>
                      <a:pt x="5270627" y="2904464"/>
                    </a:lnTo>
                    <a:lnTo>
                      <a:pt x="5270627" y="2884652"/>
                    </a:lnTo>
                    <a:close/>
                  </a:path>
                  <a:path w="7807325" h="2933065">
                    <a:moveTo>
                      <a:pt x="5349875" y="2884652"/>
                    </a:moveTo>
                    <a:lnTo>
                      <a:pt x="5290439" y="2884652"/>
                    </a:lnTo>
                    <a:lnTo>
                      <a:pt x="5290439" y="2904464"/>
                    </a:lnTo>
                    <a:lnTo>
                      <a:pt x="5349875" y="2904464"/>
                    </a:lnTo>
                    <a:lnTo>
                      <a:pt x="5349875" y="2884652"/>
                    </a:lnTo>
                    <a:close/>
                  </a:path>
                  <a:path w="7807325" h="2933065">
                    <a:moveTo>
                      <a:pt x="5429123" y="2884652"/>
                    </a:moveTo>
                    <a:lnTo>
                      <a:pt x="5369687" y="2884652"/>
                    </a:lnTo>
                    <a:lnTo>
                      <a:pt x="5369687" y="2904464"/>
                    </a:lnTo>
                    <a:lnTo>
                      <a:pt x="5429123" y="2904464"/>
                    </a:lnTo>
                    <a:lnTo>
                      <a:pt x="5429123" y="2884652"/>
                    </a:lnTo>
                    <a:close/>
                  </a:path>
                  <a:path w="7807325" h="2933065">
                    <a:moveTo>
                      <a:pt x="5508371" y="2884652"/>
                    </a:moveTo>
                    <a:lnTo>
                      <a:pt x="5448935" y="2884652"/>
                    </a:lnTo>
                    <a:lnTo>
                      <a:pt x="5448935" y="2904464"/>
                    </a:lnTo>
                    <a:lnTo>
                      <a:pt x="5508371" y="2904464"/>
                    </a:lnTo>
                    <a:lnTo>
                      <a:pt x="5508371" y="2884652"/>
                    </a:lnTo>
                    <a:close/>
                  </a:path>
                  <a:path w="7807325" h="2933065">
                    <a:moveTo>
                      <a:pt x="5587619" y="2884652"/>
                    </a:moveTo>
                    <a:lnTo>
                      <a:pt x="5528183" y="2884652"/>
                    </a:lnTo>
                    <a:lnTo>
                      <a:pt x="5528183" y="2904464"/>
                    </a:lnTo>
                    <a:lnTo>
                      <a:pt x="5587619" y="2904464"/>
                    </a:lnTo>
                    <a:lnTo>
                      <a:pt x="5587619" y="2884652"/>
                    </a:lnTo>
                    <a:close/>
                  </a:path>
                  <a:path w="7807325" h="2933065">
                    <a:moveTo>
                      <a:pt x="5666867" y="2884652"/>
                    </a:moveTo>
                    <a:lnTo>
                      <a:pt x="5607431" y="2884652"/>
                    </a:lnTo>
                    <a:lnTo>
                      <a:pt x="5607431" y="2904464"/>
                    </a:lnTo>
                    <a:lnTo>
                      <a:pt x="5666867" y="2904464"/>
                    </a:lnTo>
                    <a:lnTo>
                      <a:pt x="5666867" y="2884652"/>
                    </a:lnTo>
                    <a:close/>
                  </a:path>
                  <a:path w="7807325" h="2933065">
                    <a:moveTo>
                      <a:pt x="5746115" y="2884652"/>
                    </a:moveTo>
                    <a:lnTo>
                      <a:pt x="5686679" y="2884652"/>
                    </a:lnTo>
                    <a:lnTo>
                      <a:pt x="5686679" y="2904464"/>
                    </a:lnTo>
                    <a:lnTo>
                      <a:pt x="5746115" y="2904464"/>
                    </a:lnTo>
                    <a:lnTo>
                      <a:pt x="5746115" y="2884652"/>
                    </a:lnTo>
                    <a:close/>
                  </a:path>
                  <a:path w="7807325" h="2933065">
                    <a:moveTo>
                      <a:pt x="5825363" y="2884652"/>
                    </a:moveTo>
                    <a:lnTo>
                      <a:pt x="5765927" y="2884652"/>
                    </a:lnTo>
                    <a:lnTo>
                      <a:pt x="5765927" y="2904464"/>
                    </a:lnTo>
                    <a:lnTo>
                      <a:pt x="5825363" y="2904464"/>
                    </a:lnTo>
                    <a:lnTo>
                      <a:pt x="5825363" y="2884652"/>
                    </a:lnTo>
                    <a:close/>
                  </a:path>
                  <a:path w="7807325" h="2933065">
                    <a:moveTo>
                      <a:pt x="5904611" y="2884652"/>
                    </a:moveTo>
                    <a:lnTo>
                      <a:pt x="5845175" y="2884652"/>
                    </a:lnTo>
                    <a:lnTo>
                      <a:pt x="5845175" y="2904464"/>
                    </a:lnTo>
                    <a:lnTo>
                      <a:pt x="5904611" y="2904464"/>
                    </a:lnTo>
                    <a:lnTo>
                      <a:pt x="5904611" y="2884652"/>
                    </a:lnTo>
                    <a:close/>
                  </a:path>
                  <a:path w="7807325" h="2933065">
                    <a:moveTo>
                      <a:pt x="5983859" y="2884652"/>
                    </a:moveTo>
                    <a:lnTo>
                      <a:pt x="5924423" y="2884652"/>
                    </a:lnTo>
                    <a:lnTo>
                      <a:pt x="5924423" y="2904464"/>
                    </a:lnTo>
                    <a:lnTo>
                      <a:pt x="5983859" y="2904464"/>
                    </a:lnTo>
                    <a:lnTo>
                      <a:pt x="5983859" y="2884652"/>
                    </a:lnTo>
                    <a:close/>
                  </a:path>
                  <a:path w="7807325" h="2933065">
                    <a:moveTo>
                      <a:pt x="6063107" y="2884652"/>
                    </a:moveTo>
                    <a:lnTo>
                      <a:pt x="6003671" y="2884652"/>
                    </a:lnTo>
                    <a:lnTo>
                      <a:pt x="6003671" y="2904464"/>
                    </a:lnTo>
                    <a:lnTo>
                      <a:pt x="6063107" y="2904464"/>
                    </a:lnTo>
                    <a:lnTo>
                      <a:pt x="6063107" y="2884652"/>
                    </a:lnTo>
                    <a:close/>
                  </a:path>
                  <a:path w="7807325" h="2933065">
                    <a:moveTo>
                      <a:pt x="6086983" y="2654884"/>
                    </a:moveTo>
                    <a:lnTo>
                      <a:pt x="6067171" y="2654884"/>
                    </a:lnTo>
                    <a:lnTo>
                      <a:pt x="6067171" y="2714320"/>
                    </a:lnTo>
                    <a:lnTo>
                      <a:pt x="6086983" y="2714320"/>
                    </a:lnTo>
                    <a:lnTo>
                      <a:pt x="6086983" y="2654884"/>
                    </a:lnTo>
                    <a:close/>
                  </a:path>
                  <a:path w="7807325" h="2933065">
                    <a:moveTo>
                      <a:pt x="6086983" y="2575636"/>
                    </a:moveTo>
                    <a:lnTo>
                      <a:pt x="6067171" y="2575636"/>
                    </a:lnTo>
                    <a:lnTo>
                      <a:pt x="6067171" y="2635072"/>
                    </a:lnTo>
                    <a:lnTo>
                      <a:pt x="6086983" y="2635072"/>
                    </a:lnTo>
                    <a:lnTo>
                      <a:pt x="6086983" y="2575636"/>
                    </a:lnTo>
                    <a:close/>
                  </a:path>
                  <a:path w="7807325" h="2933065">
                    <a:moveTo>
                      <a:pt x="6086983" y="2496388"/>
                    </a:moveTo>
                    <a:lnTo>
                      <a:pt x="6067171" y="2496388"/>
                    </a:lnTo>
                    <a:lnTo>
                      <a:pt x="6067171" y="2555824"/>
                    </a:lnTo>
                    <a:lnTo>
                      <a:pt x="6086983" y="2555824"/>
                    </a:lnTo>
                    <a:lnTo>
                      <a:pt x="6086983" y="2496388"/>
                    </a:lnTo>
                    <a:close/>
                  </a:path>
                  <a:path w="7807325" h="2933065">
                    <a:moveTo>
                      <a:pt x="6086983" y="2417140"/>
                    </a:moveTo>
                    <a:lnTo>
                      <a:pt x="6067171" y="2417140"/>
                    </a:lnTo>
                    <a:lnTo>
                      <a:pt x="6067171" y="2476576"/>
                    </a:lnTo>
                    <a:lnTo>
                      <a:pt x="6086983" y="2476576"/>
                    </a:lnTo>
                    <a:lnTo>
                      <a:pt x="6086983" y="2417140"/>
                    </a:lnTo>
                    <a:close/>
                  </a:path>
                  <a:path w="7807325" h="2933065">
                    <a:moveTo>
                      <a:pt x="6113145" y="2747657"/>
                    </a:moveTo>
                    <a:lnTo>
                      <a:pt x="6086983" y="2747657"/>
                    </a:lnTo>
                    <a:lnTo>
                      <a:pt x="6086983" y="2734132"/>
                    </a:lnTo>
                    <a:lnTo>
                      <a:pt x="6067171" y="2734132"/>
                    </a:lnTo>
                    <a:lnTo>
                      <a:pt x="6067171" y="2767469"/>
                    </a:lnTo>
                    <a:lnTo>
                      <a:pt x="6113145" y="2767469"/>
                    </a:lnTo>
                    <a:lnTo>
                      <a:pt x="6113145" y="2757563"/>
                    </a:lnTo>
                    <a:lnTo>
                      <a:pt x="6113145" y="2747657"/>
                    </a:lnTo>
                    <a:close/>
                  </a:path>
                  <a:path w="7807325" h="2933065">
                    <a:moveTo>
                      <a:pt x="6142355" y="2884652"/>
                    </a:moveTo>
                    <a:lnTo>
                      <a:pt x="6082919" y="2884652"/>
                    </a:lnTo>
                    <a:lnTo>
                      <a:pt x="6082919" y="2904464"/>
                    </a:lnTo>
                    <a:lnTo>
                      <a:pt x="6142355" y="2904464"/>
                    </a:lnTo>
                    <a:lnTo>
                      <a:pt x="6142355" y="2884652"/>
                    </a:lnTo>
                    <a:close/>
                  </a:path>
                  <a:path w="7807325" h="2933065">
                    <a:moveTo>
                      <a:pt x="6192393" y="2747657"/>
                    </a:moveTo>
                    <a:lnTo>
                      <a:pt x="6132957" y="2747657"/>
                    </a:lnTo>
                    <a:lnTo>
                      <a:pt x="6132957" y="2767469"/>
                    </a:lnTo>
                    <a:lnTo>
                      <a:pt x="6192393" y="2767469"/>
                    </a:lnTo>
                    <a:lnTo>
                      <a:pt x="6192393" y="2747657"/>
                    </a:lnTo>
                    <a:close/>
                  </a:path>
                  <a:path w="7807325" h="2933065">
                    <a:moveTo>
                      <a:pt x="6221603" y="2884652"/>
                    </a:moveTo>
                    <a:lnTo>
                      <a:pt x="6162167" y="2884652"/>
                    </a:lnTo>
                    <a:lnTo>
                      <a:pt x="6162167" y="2904464"/>
                    </a:lnTo>
                    <a:lnTo>
                      <a:pt x="6221603" y="2904464"/>
                    </a:lnTo>
                    <a:lnTo>
                      <a:pt x="6221603" y="2884652"/>
                    </a:lnTo>
                    <a:close/>
                  </a:path>
                  <a:path w="7807325" h="2933065">
                    <a:moveTo>
                      <a:pt x="6271641" y="2747657"/>
                    </a:moveTo>
                    <a:lnTo>
                      <a:pt x="6212205" y="2747657"/>
                    </a:lnTo>
                    <a:lnTo>
                      <a:pt x="6212205" y="2767469"/>
                    </a:lnTo>
                    <a:lnTo>
                      <a:pt x="6271641" y="2767469"/>
                    </a:lnTo>
                    <a:lnTo>
                      <a:pt x="6271641" y="2747657"/>
                    </a:lnTo>
                    <a:close/>
                  </a:path>
                  <a:path w="7807325" h="2933065">
                    <a:moveTo>
                      <a:pt x="6300851" y="2884652"/>
                    </a:moveTo>
                    <a:lnTo>
                      <a:pt x="6241415" y="2884652"/>
                    </a:lnTo>
                    <a:lnTo>
                      <a:pt x="6241415" y="2904464"/>
                    </a:lnTo>
                    <a:lnTo>
                      <a:pt x="6300851" y="2904464"/>
                    </a:lnTo>
                    <a:lnTo>
                      <a:pt x="6300851" y="2884652"/>
                    </a:lnTo>
                    <a:close/>
                  </a:path>
                  <a:path w="7807325" h="2933065">
                    <a:moveTo>
                      <a:pt x="6350889" y="2747657"/>
                    </a:moveTo>
                    <a:lnTo>
                      <a:pt x="6291453" y="2747657"/>
                    </a:lnTo>
                    <a:lnTo>
                      <a:pt x="6291453" y="2767469"/>
                    </a:lnTo>
                    <a:lnTo>
                      <a:pt x="6350889" y="2767469"/>
                    </a:lnTo>
                    <a:lnTo>
                      <a:pt x="6350889" y="2747657"/>
                    </a:lnTo>
                    <a:close/>
                  </a:path>
                  <a:path w="7807325" h="2933065">
                    <a:moveTo>
                      <a:pt x="6380099" y="2884652"/>
                    </a:moveTo>
                    <a:lnTo>
                      <a:pt x="6320663" y="2884652"/>
                    </a:lnTo>
                    <a:lnTo>
                      <a:pt x="6320663" y="2904464"/>
                    </a:lnTo>
                    <a:lnTo>
                      <a:pt x="6380099" y="2904464"/>
                    </a:lnTo>
                    <a:lnTo>
                      <a:pt x="6380099" y="2884652"/>
                    </a:lnTo>
                    <a:close/>
                  </a:path>
                  <a:path w="7807325" h="2933065">
                    <a:moveTo>
                      <a:pt x="6430137" y="2747657"/>
                    </a:moveTo>
                    <a:lnTo>
                      <a:pt x="6370701" y="2747657"/>
                    </a:lnTo>
                    <a:lnTo>
                      <a:pt x="6370701" y="2767469"/>
                    </a:lnTo>
                    <a:lnTo>
                      <a:pt x="6430137" y="2767469"/>
                    </a:lnTo>
                    <a:lnTo>
                      <a:pt x="6430137" y="2747657"/>
                    </a:lnTo>
                    <a:close/>
                  </a:path>
                  <a:path w="7807325" h="2933065">
                    <a:moveTo>
                      <a:pt x="6459347" y="2884652"/>
                    </a:moveTo>
                    <a:lnTo>
                      <a:pt x="6399911" y="2884652"/>
                    </a:lnTo>
                    <a:lnTo>
                      <a:pt x="6399911" y="2904464"/>
                    </a:lnTo>
                    <a:lnTo>
                      <a:pt x="6459347" y="2904464"/>
                    </a:lnTo>
                    <a:lnTo>
                      <a:pt x="6459347" y="2884652"/>
                    </a:lnTo>
                    <a:close/>
                  </a:path>
                  <a:path w="7807325" h="2933065">
                    <a:moveTo>
                      <a:pt x="6509385" y="2747657"/>
                    </a:moveTo>
                    <a:lnTo>
                      <a:pt x="6449949" y="2747657"/>
                    </a:lnTo>
                    <a:lnTo>
                      <a:pt x="6449949" y="2767469"/>
                    </a:lnTo>
                    <a:lnTo>
                      <a:pt x="6509385" y="2767469"/>
                    </a:lnTo>
                    <a:lnTo>
                      <a:pt x="6509385" y="2747657"/>
                    </a:lnTo>
                    <a:close/>
                  </a:path>
                  <a:path w="7807325" h="2933065">
                    <a:moveTo>
                      <a:pt x="6538595" y="2884652"/>
                    </a:moveTo>
                    <a:lnTo>
                      <a:pt x="6479159" y="2884652"/>
                    </a:lnTo>
                    <a:lnTo>
                      <a:pt x="6479159" y="2904464"/>
                    </a:lnTo>
                    <a:lnTo>
                      <a:pt x="6538595" y="2904464"/>
                    </a:lnTo>
                    <a:lnTo>
                      <a:pt x="6538595" y="2884652"/>
                    </a:lnTo>
                    <a:close/>
                  </a:path>
                  <a:path w="7807325" h="2933065">
                    <a:moveTo>
                      <a:pt x="6588633" y="2747657"/>
                    </a:moveTo>
                    <a:lnTo>
                      <a:pt x="6529197" y="2747657"/>
                    </a:lnTo>
                    <a:lnTo>
                      <a:pt x="6529197" y="2767469"/>
                    </a:lnTo>
                    <a:lnTo>
                      <a:pt x="6588633" y="2767469"/>
                    </a:lnTo>
                    <a:lnTo>
                      <a:pt x="6588633" y="2747657"/>
                    </a:lnTo>
                    <a:close/>
                  </a:path>
                  <a:path w="7807325" h="2933065">
                    <a:moveTo>
                      <a:pt x="6617843" y="2884652"/>
                    </a:moveTo>
                    <a:lnTo>
                      <a:pt x="6558407" y="2884652"/>
                    </a:lnTo>
                    <a:lnTo>
                      <a:pt x="6558407" y="2904464"/>
                    </a:lnTo>
                    <a:lnTo>
                      <a:pt x="6617843" y="2904464"/>
                    </a:lnTo>
                    <a:lnTo>
                      <a:pt x="6617843" y="2884652"/>
                    </a:lnTo>
                    <a:close/>
                  </a:path>
                  <a:path w="7807325" h="2933065">
                    <a:moveTo>
                      <a:pt x="6667881" y="2747657"/>
                    </a:moveTo>
                    <a:lnTo>
                      <a:pt x="6608445" y="2747657"/>
                    </a:lnTo>
                    <a:lnTo>
                      <a:pt x="6608445" y="2767469"/>
                    </a:lnTo>
                    <a:lnTo>
                      <a:pt x="6667881" y="2767469"/>
                    </a:lnTo>
                    <a:lnTo>
                      <a:pt x="6667881" y="2747657"/>
                    </a:lnTo>
                    <a:close/>
                  </a:path>
                  <a:path w="7807325" h="2933065">
                    <a:moveTo>
                      <a:pt x="6697091" y="2884652"/>
                    </a:moveTo>
                    <a:lnTo>
                      <a:pt x="6637655" y="2884652"/>
                    </a:lnTo>
                    <a:lnTo>
                      <a:pt x="6637655" y="2904464"/>
                    </a:lnTo>
                    <a:lnTo>
                      <a:pt x="6697091" y="2904464"/>
                    </a:lnTo>
                    <a:lnTo>
                      <a:pt x="6697091" y="2884652"/>
                    </a:lnTo>
                    <a:close/>
                  </a:path>
                  <a:path w="7807325" h="2933065">
                    <a:moveTo>
                      <a:pt x="6747129" y="2747657"/>
                    </a:moveTo>
                    <a:lnTo>
                      <a:pt x="6687693" y="2747657"/>
                    </a:lnTo>
                    <a:lnTo>
                      <a:pt x="6687693" y="2767469"/>
                    </a:lnTo>
                    <a:lnTo>
                      <a:pt x="6747129" y="2767469"/>
                    </a:lnTo>
                    <a:lnTo>
                      <a:pt x="6747129" y="2747657"/>
                    </a:lnTo>
                    <a:close/>
                  </a:path>
                  <a:path w="7807325" h="2933065">
                    <a:moveTo>
                      <a:pt x="6776339" y="2884652"/>
                    </a:moveTo>
                    <a:lnTo>
                      <a:pt x="6716903" y="2884652"/>
                    </a:lnTo>
                    <a:lnTo>
                      <a:pt x="6716903" y="2904464"/>
                    </a:lnTo>
                    <a:lnTo>
                      <a:pt x="6776339" y="2904464"/>
                    </a:lnTo>
                    <a:lnTo>
                      <a:pt x="6776339" y="2884652"/>
                    </a:lnTo>
                    <a:close/>
                  </a:path>
                  <a:path w="7807325" h="2933065">
                    <a:moveTo>
                      <a:pt x="6826377" y="2747657"/>
                    </a:moveTo>
                    <a:lnTo>
                      <a:pt x="6766941" y="2747657"/>
                    </a:lnTo>
                    <a:lnTo>
                      <a:pt x="6766941" y="2767469"/>
                    </a:lnTo>
                    <a:lnTo>
                      <a:pt x="6826377" y="2767469"/>
                    </a:lnTo>
                    <a:lnTo>
                      <a:pt x="6826377" y="2747657"/>
                    </a:lnTo>
                    <a:close/>
                  </a:path>
                  <a:path w="7807325" h="2933065">
                    <a:moveTo>
                      <a:pt x="6855587" y="2884652"/>
                    </a:moveTo>
                    <a:lnTo>
                      <a:pt x="6796151" y="2884652"/>
                    </a:lnTo>
                    <a:lnTo>
                      <a:pt x="6796151" y="2904464"/>
                    </a:lnTo>
                    <a:lnTo>
                      <a:pt x="6855587" y="2904464"/>
                    </a:lnTo>
                    <a:lnTo>
                      <a:pt x="6855587" y="2884652"/>
                    </a:lnTo>
                    <a:close/>
                  </a:path>
                  <a:path w="7807325" h="2933065">
                    <a:moveTo>
                      <a:pt x="6905625" y="2747657"/>
                    </a:moveTo>
                    <a:lnTo>
                      <a:pt x="6846189" y="2747657"/>
                    </a:lnTo>
                    <a:lnTo>
                      <a:pt x="6846189" y="2767469"/>
                    </a:lnTo>
                    <a:lnTo>
                      <a:pt x="6905625" y="2767469"/>
                    </a:lnTo>
                    <a:lnTo>
                      <a:pt x="6905625" y="2747657"/>
                    </a:lnTo>
                    <a:close/>
                  </a:path>
                  <a:path w="7807325" h="2933065">
                    <a:moveTo>
                      <a:pt x="6934835" y="2884652"/>
                    </a:moveTo>
                    <a:lnTo>
                      <a:pt x="6875399" y="2884652"/>
                    </a:lnTo>
                    <a:lnTo>
                      <a:pt x="6875399" y="2904464"/>
                    </a:lnTo>
                    <a:lnTo>
                      <a:pt x="6934835" y="2904464"/>
                    </a:lnTo>
                    <a:lnTo>
                      <a:pt x="6934835" y="2884652"/>
                    </a:lnTo>
                    <a:close/>
                  </a:path>
                  <a:path w="7807325" h="2933065">
                    <a:moveTo>
                      <a:pt x="6984873" y="2747657"/>
                    </a:moveTo>
                    <a:lnTo>
                      <a:pt x="6925437" y="2747657"/>
                    </a:lnTo>
                    <a:lnTo>
                      <a:pt x="6925437" y="2767469"/>
                    </a:lnTo>
                    <a:lnTo>
                      <a:pt x="6984873" y="2767469"/>
                    </a:lnTo>
                    <a:lnTo>
                      <a:pt x="6984873" y="2747657"/>
                    </a:lnTo>
                    <a:close/>
                  </a:path>
                  <a:path w="7807325" h="2933065">
                    <a:moveTo>
                      <a:pt x="7014083" y="2884652"/>
                    </a:moveTo>
                    <a:lnTo>
                      <a:pt x="6954647" y="2884652"/>
                    </a:lnTo>
                    <a:lnTo>
                      <a:pt x="6954647" y="2904464"/>
                    </a:lnTo>
                    <a:lnTo>
                      <a:pt x="7014083" y="2904464"/>
                    </a:lnTo>
                    <a:lnTo>
                      <a:pt x="7014083" y="2884652"/>
                    </a:lnTo>
                    <a:close/>
                  </a:path>
                  <a:path w="7807325" h="2933065">
                    <a:moveTo>
                      <a:pt x="7064121" y="2747657"/>
                    </a:moveTo>
                    <a:lnTo>
                      <a:pt x="7004685" y="2747657"/>
                    </a:lnTo>
                    <a:lnTo>
                      <a:pt x="7004685" y="2767469"/>
                    </a:lnTo>
                    <a:lnTo>
                      <a:pt x="7064121" y="2767469"/>
                    </a:lnTo>
                    <a:lnTo>
                      <a:pt x="7064121" y="2747657"/>
                    </a:lnTo>
                    <a:close/>
                  </a:path>
                  <a:path w="7807325" h="2933065">
                    <a:moveTo>
                      <a:pt x="7093331" y="2884652"/>
                    </a:moveTo>
                    <a:lnTo>
                      <a:pt x="7033895" y="2884652"/>
                    </a:lnTo>
                    <a:lnTo>
                      <a:pt x="7033895" y="2904464"/>
                    </a:lnTo>
                    <a:lnTo>
                      <a:pt x="7093331" y="2904464"/>
                    </a:lnTo>
                    <a:lnTo>
                      <a:pt x="7093331" y="2884652"/>
                    </a:lnTo>
                    <a:close/>
                  </a:path>
                  <a:path w="7807325" h="2933065">
                    <a:moveTo>
                      <a:pt x="7143369" y="2747657"/>
                    </a:moveTo>
                    <a:lnTo>
                      <a:pt x="7083933" y="2747657"/>
                    </a:lnTo>
                    <a:lnTo>
                      <a:pt x="7083933" y="2767469"/>
                    </a:lnTo>
                    <a:lnTo>
                      <a:pt x="7143369" y="2767469"/>
                    </a:lnTo>
                    <a:lnTo>
                      <a:pt x="7143369" y="2747657"/>
                    </a:lnTo>
                    <a:close/>
                  </a:path>
                  <a:path w="7807325" h="2933065">
                    <a:moveTo>
                      <a:pt x="7172579" y="2884652"/>
                    </a:moveTo>
                    <a:lnTo>
                      <a:pt x="7113143" y="2884652"/>
                    </a:lnTo>
                    <a:lnTo>
                      <a:pt x="7113143" y="2904464"/>
                    </a:lnTo>
                    <a:lnTo>
                      <a:pt x="7172579" y="2904464"/>
                    </a:lnTo>
                    <a:lnTo>
                      <a:pt x="7172579" y="2884652"/>
                    </a:lnTo>
                    <a:close/>
                  </a:path>
                  <a:path w="7807325" h="2933065">
                    <a:moveTo>
                      <a:pt x="7222617" y="2747657"/>
                    </a:moveTo>
                    <a:lnTo>
                      <a:pt x="7163181" y="2747657"/>
                    </a:lnTo>
                    <a:lnTo>
                      <a:pt x="7163181" y="2767469"/>
                    </a:lnTo>
                    <a:lnTo>
                      <a:pt x="7222617" y="2767469"/>
                    </a:lnTo>
                    <a:lnTo>
                      <a:pt x="7222617" y="2747657"/>
                    </a:lnTo>
                    <a:close/>
                  </a:path>
                  <a:path w="7807325" h="2933065">
                    <a:moveTo>
                      <a:pt x="7251827" y="2884652"/>
                    </a:moveTo>
                    <a:lnTo>
                      <a:pt x="7192391" y="2884652"/>
                    </a:lnTo>
                    <a:lnTo>
                      <a:pt x="7192391" y="2904464"/>
                    </a:lnTo>
                    <a:lnTo>
                      <a:pt x="7251827" y="2904464"/>
                    </a:lnTo>
                    <a:lnTo>
                      <a:pt x="7251827" y="2884652"/>
                    </a:lnTo>
                    <a:close/>
                  </a:path>
                  <a:path w="7807325" h="2933065">
                    <a:moveTo>
                      <a:pt x="7353427" y="2757563"/>
                    </a:moveTo>
                    <a:lnTo>
                      <a:pt x="7333615" y="2747657"/>
                    </a:lnTo>
                    <a:lnTo>
                      <a:pt x="7277227" y="2719463"/>
                    </a:lnTo>
                    <a:lnTo>
                      <a:pt x="7277227" y="2747657"/>
                    </a:lnTo>
                    <a:lnTo>
                      <a:pt x="7242429" y="2747657"/>
                    </a:lnTo>
                    <a:lnTo>
                      <a:pt x="7242429" y="2767469"/>
                    </a:lnTo>
                    <a:lnTo>
                      <a:pt x="7277227" y="2767469"/>
                    </a:lnTo>
                    <a:lnTo>
                      <a:pt x="7277227" y="2795663"/>
                    </a:lnTo>
                    <a:lnTo>
                      <a:pt x="7333615" y="2767469"/>
                    </a:lnTo>
                    <a:lnTo>
                      <a:pt x="7353427" y="2757563"/>
                    </a:lnTo>
                    <a:close/>
                  </a:path>
                  <a:path w="7807325" h="2933065">
                    <a:moveTo>
                      <a:pt x="7370953" y="2894558"/>
                    </a:moveTo>
                    <a:lnTo>
                      <a:pt x="7351141" y="2884652"/>
                    </a:lnTo>
                    <a:lnTo>
                      <a:pt x="7294753" y="2856458"/>
                    </a:lnTo>
                    <a:lnTo>
                      <a:pt x="7294753" y="2884652"/>
                    </a:lnTo>
                    <a:lnTo>
                      <a:pt x="7271639" y="2884652"/>
                    </a:lnTo>
                    <a:lnTo>
                      <a:pt x="7271639" y="2904464"/>
                    </a:lnTo>
                    <a:lnTo>
                      <a:pt x="7294753" y="2904464"/>
                    </a:lnTo>
                    <a:lnTo>
                      <a:pt x="7294753" y="2932658"/>
                    </a:lnTo>
                    <a:lnTo>
                      <a:pt x="7351141" y="2904464"/>
                    </a:lnTo>
                    <a:lnTo>
                      <a:pt x="7370953" y="2894558"/>
                    </a:lnTo>
                    <a:close/>
                  </a:path>
                  <a:path w="7807325" h="2933065">
                    <a:moveTo>
                      <a:pt x="7806944" y="2151888"/>
                    </a:moveTo>
                    <a:lnTo>
                      <a:pt x="7787132" y="2141982"/>
                    </a:lnTo>
                    <a:lnTo>
                      <a:pt x="7730744" y="2113788"/>
                    </a:lnTo>
                    <a:lnTo>
                      <a:pt x="7730744" y="2141982"/>
                    </a:lnTo>
                    <a:lnTo>
                      <a:pt x="7646924" y="2141982"/>
                    </a:lnTo>
                    <a:lnTo>
                      <a:pt x="7646924" y="2346985"/>
                    </a:lnTo>
                    <a:lnTo>
                      <a:pt x="6086983" y="2346985"/>
                    </a:lnTo>
                    <a:lnTo>
                      <a:pt x="6086983" y="2343150"/>
                    </a:lnTo>
                    <a:lnTo>
                      <a:pt x="6069076" y="2343150"/>
                    </a:lnTo>
                    <a:lnTo>
                      <a:pt x="5757672" y="2343099"/>
                    </a:lnTo>
                    <a:lnTo>
                      <a:pt x="5757672" y="2314956"/>
                    </a:lnTo>
                    <a:lnTo>
                      <a:pt x="5748528" y="2319528"/>
                    </a:lnTo>
                    <a:lnTo>
                      <a:pt x="5748528" y="2314905"/>
                    </a:lnTo>
                    <a:lnTo>
                      <a:pt x="5672328" y="2353005"/>
                    </a:lnTo>
                    <a:lnTo>
                      <a:pt x="5748528" y="2391105"/>
                    </a:lnTo>
                    <a:lnTo>
                      <a:pt x="5748528" y="2386584"/>
                    </a:lnTo>
                    <a:lnTo>
                      <a:pt x="5757672" y="2391156"/>
                    </a:lnTo>
                    <a:lnTo>
                      <a:pt x="5757672" y="2362962"/>
                    </a:lnTo>
                    <a:lnTo>
                      <a:pt x="5804408" y="2362962"/>
                    </a:lnTo>
                    <a:lnTo>
                      <a:pt x="5824220" y="2362911"/>
                    </a:lnTo>
                    <a:lnTo>
                      <a:pt x="5883656" y="2362962"/>
                    </a:lnTo>
                    <a:lnTo>
                      <a:pt x="5903468" y="2362911"/>
                    </a:lnTo>
                    <a:lnTo>
                      <a:pt x="5962904" y="2362962"/>
                    </a:lnTo>
                    <a:lnTo>
                      <a:pt x="5982716" y="2362911"/>
                    </a:lnTo>
                    <a:lnTo>
                      <a:pt x="6042152" y="2362962"/>
                    </a:lnTo>
                    <a:lnTo>
                      <a:pt x="6049264" y="2362911"/>
                    </a:lnTo>
                    <a:lnTo>
                      <a:pt x="6049264" y="2366797"/>
                    </a:lnTo>
                    <a:lnTo>
                      <a:pt x="6067171" y="2366797"/>
                    </a:lnTo>
                    <a:lnTo>
                      <a:pt x="6067171" y="2397328"/>
                    </a:lnTo>
                    <a:lnTo>
                      <a:pt x="6086983" y="2397328"/>
                    </a:lnTo>
                    <a:lnTo>
                      <a:pt x="6086983" y="2366797"/>
                    </a:lnTo>
                    <a:lnTo>
                      <a:pt x="7666736" y="2366797"/>
                    </a:lnTo>
                    <a:lnTo>
                      <a:pt x="7666736" y="2362911"/>
                    </a:lnTo>
                    <a:lnTo>
                      <a:pt x="7666736" y="2356891"/>
                    </a:lnTo>
                    <a:lnTo>
                      <a:pt x="7666736" y="2346985"/>
                    </a:lnTo>
                    <a:lnTo>
                      <a:pt x="7666736" y="2161794"/>
                    </a:lnTo>
                    <a:lnTo>
                      <a:pt x="7730744" y="2161794"/>
                    </a:lnTo>
                    <a:lnTo>
                      <a:pt x="7730744" y="2189988"/>
                    </a:lnTo>
                    <a:lnTo>
                      <a:pt x="7787132" y="2161794"/>
                    </a:lnTo>
                    <a:lnTo>
                      <a:pt x="7806944" y="2151888"/>
                    </a:lnTo>
                    <a:close/>
                  </a:path>
                </a:pathLst>
              </a:custGeom>
              <a:solidFill>
                <a:srgbClr val="92D05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E832FA1-FB77-4F76-8FC2-DEF4AD021A9D}"/>
              </a:ext>
            </a:extLst>
          </p:cNvPr>
          <p:cNvSpPr txBox="1"/>
          <p:nvPr/>
        </p:nvSpPr>
        <p:spPr>
          <a:xfrm>
            <a:off x="77470" y="902657"/>
            <a:ext cx="611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HANDLING OF THE OPERATING MODES</a:t>
            </a:r>
            <a:endParaRPr lang="vi-V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057FF2-93F5-4608-8B6A-59F70A4D2030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7ACFC20-7DD0-4D6E-BD23-5423BA51A0F4}"/>
              </a:ext>
            </a:extLst>
          </p:cNvPr>
          <p:cNvCxnSpPr>
            <a:cxnSpLocks/>
          </p:cNvCxnSpPr>
          <p:nvPr/>
        </p:nvCxnSpPr>
        <p:spPr>
          <a:xfrm>
            <a:off x="4552948" y="4280697"/>
            <a:ext cx="3326639" cy="1794983"/>
          </a:xfrm>
          <a:prstGeom prst="bentConnector3">
            <a:avLst>
              <a:gd name="adj1" fmla="val 12740"/>
            </a:avLst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D99313D-C46E-403F-8BCA-7481226334EE}"/>
              </a:ext>
            </a:extLst>
          </p:cNvPr>
          <p:cNvCxnSpPr>
            <a:cxnSpLocks/>
          </p:cNvCxnSpPr>
          <p:nvPr/>
        </p:nvCxnSpPr>
        <p:spPr>
          <a:xfrm>
            <a:off x="4958080" y="4429760"/>
            <a:ext cx="2921507" cy="11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777DE01-018D-43DC-A6EE-ECE5582B149F}"/>
              </a:ext>
            </a:extLst>
          </p:cNvPr>
          <p:cNvSpPr txBox="1"/>
          <p:nvPr/>
        </p:nvSpPr>
        <p:spPr>
          <a:xfrm>
            <a:off x="7333359" y="1345534"/>
            <a:ext cx="48152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When Main_OB calls the ST010_FB block, it will check the mode of the devices currently in the MDB block, each device will respond the mode to its own MDB.</a:t>
            </a:r>
          </a:p>
        </p:txBody>
      </p:sp>
    </p:spTree>
    <p:extLst>
      <p:ext uri="{BB962C8B-B14F-4D97-AF65-F5344CB8AC3E}">
        <p14:creationId xmlns:p14="http://schemas.microsoft.com/office/powerpoint/2010/main" val="3085600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132B8-6966-4E45-8D08-C0965160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88451-F5A3-42AC-8B16-AC91BFA24D87}"/>
              </a:ext>
            </a:extLst>
          </p:cNvPr>
          <p:cNvSpPr txBox="1"/>
          <p:nvPr/>
        </p:nvSpPr>
        <p:spPr>
          <a:xfrm>
            <a:off x="281940" y="1004054"/>
            <a:ext cx="611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Programming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35C3D-B689-4449-942A-9482495A3268}"/>
              </a:ext>
            </a:extLst>
          </p:cNvPr>
          <p:cNvSpPr txBox="1"/>
          <p:nvPr/>
        </p:nvSpPr>
        <p:spPr>
          <a:xfrm>
            <a:off x="462277" y="165973"/>
            <a:ext cx="5158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B65E2D-DCC2-4F80-88D9-2B0430C5B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13" y="3159202"/>
            <a:ext cx="4491321" cy="344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51558-E60D-4517-B852-F06205F95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557" y="1656080"/>
            <a:ext cx="3685530" cy="48578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AFE01C-76E6-4307-87C4-5997BA51E2F2}"/>
              </a:ext>
            </a:extLst>
          </p:cNvPr>
          <p:cNvSpPr txBox="1"/>
          <p:nvPr/>
        </p:nvSpPr>
        <p:spPr>
          <a:xfrm>
            <a:off x="795913" y="1491901"/>
            <a:ext cx="6111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For each Panel we need to determine the IP address based on Eplan and the corresponding PN_DEV_NAME to be able to accurately diagnose profinet.For CONF_OP_RELEASE, 1 OP can only manage 1 ST. If you want that panel to control other signals, you need to change the level to ST000.</a:t>
            </a:r>
          </a:p>
        </p:txBody>
      </p:sp>
    </p:spTree>
    <p:extLst>
      <p:ext uri="{BB962C8B-B14F-4D97-AF65-F5344CB8AC3E}">
        <p14:creationId xmlns:p14="http://schemas.microsoft.com/office/powerpoint/2010/main" val="3816708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24" y="1099185"/>
            <a:ext cx="298640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L</a:t>
            </a:r>
            <a:r>
              <a:rPr lang="en-US" altLang="zh-CN" b="1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NK</a:t>
            </a:r>
            <a:r>
              <a:rPr lang="en-US" altLang="zh-CN" b="1" dirty="0">
                <a:latin typeface="Arial MT Std" panose="020B0802020202020204" charset="0"/>
                <a:ea typeface="Arial Unicode MS" panose="020B0604020202020204" charset="-122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Group Headquarter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</a:rPr>
              <a:t>Shanghai, China </a:t>
            </a:r>
            <a:endParaRPr lang="en-US" altLang="zh-CN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pic>
        <p:nvPicPr>
          <p:cNvPr id="71" name="图片 70" descr="LINK封面1改1111"/>
          <p:cNvPicPr>
            <a:picLocks noChangeAspect="1"/>
          </p:cNvPicPr>
          <p:nvPr/>
        </p:nvPicPr>
        <p:blipFill>
          <a:blip r:embed="rId2"/>
          <a:srcRect l="70401" t="12295" r="11041" b="71499"/>
          <a:stretch>
            <a:fillRect/>
          </a:stretch>
        </p:blipFill>
        <p:spPr>
          <a:xfrm>
            <a:off x="10258425" y="73025"/>
            <a:ext cx="1493520" cy="734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7058" y="238760"/>
            <a:ext cx="17919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1"/>
                </a:solidFill>
                <a:uFillTx/>
                <a:latin typeface="Arial MT Std" panose="020B0802020202020204" charset="0"/>
                <a:ea typeface="Arial Unicode MS" panose="020B0604020202020204" charset="-122"/>
                <a:sym typeface="+mn-ea"/>
              </a:rPr>
              <a:t>C</a:t>
            </a:r>
            <a:r>
              <a:rPr lang="en-US" altLang="zh-CN" sz="2400" b="1" dirty="0">
                <a:solidFill>
                  <a:schemeClr val="bg1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ontact Us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852805" y="2623185"/>
            <a:ext cx="2970530" cy="3374390"/>
            <a:chOff x="913" y="4001"/>
            <a:chExt cx="4678" cy="5314"/>
          </a:xfrm>
        </p:grpSpPr>
        <p:sp>
          <p:nvSpPr>
            <p:cNvPr id="9" name="任意多边形 8"/>
            <p:cNvSpPr/>
            <p:nvPr/>
          </p:nvSpPr>
          <p:spPr>
            <a:xfrm>
              <a:off x="91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5273"/>
              <a:ext cx="717" cy="632"/>
            </a:xfrm>
            <a:prstGeom prst="rect">
              <a:avLst/>
            </a:prstGeom>
          </p:spPr>
        </p:pic>
        <p:pic>
          <p:nvPicPr>
            <p:cNvPr id="8" name="图片 7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4609"/>
              <a:ext cx="712" cy="627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02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60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ying.liu@LKautomation.com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60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60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03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04" y="7670"/>
              <a:ext cx="4486" cy="1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BLDG #D,North 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Jiasong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Road No.3570 Jiading District,Shanghai,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r>
                <a:rPr lang="en-US" altLang="zh-CN" sz="12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</a:t>
              </a:r>
            </a:p>
            <a:p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11" name="图片 10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4" y="7040"/>
              <a:ext cx="717" cy="632"/>
            </a:xfrm>
            <a:prstGeom prst="rect">
              <a:avLst/>
            </a:prstGeom>
          </p:spPr>
        </p:pic>
        <p:pic>
          <p:nvPicPr>
            <p:cNvPr id="13" name="图片 12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4" y="6376"/>
              <a:ext cx="712" cy="627"/>
            </a:xfrm>
            <a:prstGeom prst="rect">
              <a:avLst/>
            </a:prstGeom>
          </p:spPr>
        </p:pic>
      </p:grpSp>
      <p:sp>
        <p:nvSpPr>
          <p:cNvPr id="22" name="文本框 21"/>
          <p:cNvSpPr txBox="1"/>
          <p:nvPr/>
        </p:nvSpPr>
        <p:spPr>
          <a:xfrm>
            <a:off x="3904932" y="1099185"/>
            <a:ext cx="43700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NK</a:t>
            </a:r>
            <a:r>
              <a:rPr lang="en-US" altLang="zh-CN" b="1" kern="600" dirty="0">
                <a:latin typeface="Arial MT Std" panose="020B0802020202020204" charset="0"/>
                <a:ea typeface="Arial Unicode MS" panose="020B0604020202020204" charset="-122"/>
                <a:sym typeface="+mn-ea"/>
              </a:rPr>
              <a:t> 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Group North China</a:t>
            </a:r>
          </a:p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Shenyang, China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885112" y="1113479"/>
            <a:ext cx="4092575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L</a:t>
            </a:r>
            <a:r>
              <a:rPr lang="en-US" altLang="zh-CN" b="1" kern="600" dirty="0">
                <a:solidFill>
                  <a:srgbClr val="FF000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I</a:t>
            </a:r>
            <a:r>
              <a:rPr lang="en-US" altLang="zh-CN" b="1" kern="600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K Group Europe</a:t>
            </a:r>
            <a:b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</a:b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(LKGG GmbH)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0070C0"/>
                </a:solidFill>
                <a:latin typeface="Arial MT Std" panose="020B0802020202020204" charset="0"/>
                <a:ea typeface="Arial Unicode MS" panose="020B0604020202020204" charset="-122"/>
                <a:sym typeface="+mn-ea"/>
              </a:rPr>
              <a:t>Bad Reichenhall, Germany</a:t>
            </a:r>
            <a:endParaRPr lang="en-US" altLang="zh-CN" kern="600" dirty="0">
              <a:solidFill>
                <a:srgbClr val="0070C0"/>
              </a:solidFill>
              <a:latin typeface="Arial" panose="020B0604020202020204" pitchFamily="34" charset="0"/>
              <a:ea typeface="Arial Unicode MS" panose="020B0604020202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52583" y="6489708"/>
            <a:ext cx="551247" cy="365125"/>
          </a:xfrm>
        </p:spPr>
        <p:txBody>
          <a:bodyPr/>
          <a:lstStyle/>
          <a:p>
            <a:fld id="{D57F1E4F-1CFF-5643-939E-217C01CDF565}" type="slidenum">
              <a:rPr lang="en-US" dirty="0">
                <a:latin typeface="Arial Unicode MS" panose="020B0604020202020204" charset="-122"/>
                <a:ea typeface="Arial Unicode MS" panose="020B0604020202020204" charset="-122"/>
              </a:rPr>
              <a:t>14</a:t>
            </a:fld>
            <a:endParaRPr lang="en-US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36770" y="2623185"/>
            <a:ext cx="2970530" cy="3374390"/>
            <a:chOff x="6872" y="4001"/>
            <a:chExt cx="4678" cy="5314"/>
          </a:xfrm>
        </p:grpSpPr>
        <p:sp>
          <p:nvSpPr>
            <p:cNvPr id="18" name="任意多边形 17"/>
            <p:cNvSpPr/>
            <p:nvPr/>
          </p:nvSpPr>
          <p:spPr>
            <a:xfrm>
              <a:off x="6872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片 22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5273"/>
              <a:ext cx="717" cy="632"/>
            </a:xfrm>
            <a:prstGeom prst="rect">
              <a:avLst/>
            </a:prstGeom>
          </p:spPr>
        </p:pic>
        <p:pic>
          <p:nvPicPr>
            <p:cNvPr id="26" name="图片 25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4609"/>
              <a:ext cx="712" cy="627"/>
            </a:xfrm>
            <a:prstGeom prst="rect">
              <a:avLst/>
            </a:prstGeom>
          </p:spPr>
        </p:pic>
        <p:sp>
          <p:nvSpPr>
            <p:cNvPr id="27" name="文本框 26"/>
            <p:cNvSpPr txBox="1"/>
            <p:nvPr/>
          </p:nvSpPr>
          <p:spPr>
            <a:xfrm>
              <a:off x="6985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562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kimi.wang@LKautomation.com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562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+86 021  6918 0161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985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562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gene.zhang@LKautomation.com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562" y="7127"/>
              <a:ext cx="2787" cy="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+86 136 2179 1621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963" y="7670"/>
              <a:ext cx="4233" cy="1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NO. 14 22nd Floor,NO.168-3 Harbin Road,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Shenhe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District,Shenyang,Liaoning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Province,</a:t>
              </a: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P.R.China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34" name="图片 33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3" y="7040"/>
              <a:ext cx="717" cy="632"/>
            </a:xfrm>
            <a:prstGeom prst="rect">
              <a:avLst/>
            </a:prstGeom>
          </p:spPr>
        </p:pic>
        <p:pic>
          <p:nvPicPr>
            <p:cNvPr id="35" name="图片 34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63" y="6376"/>
              <a:ext cx="712" cy="62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8478203" y="2623185"/>
            <a:ext cx="3121660" cy="3374390"/>
            <a:chOff x="12853" y="4001"/>
            <a:chExt cx="4916" cy="5314"/>
          </a:xfrm>
        </p:grpSpPr>
        <p:sp>
          <p:nvSpPr>
            <p:cNvPr id="37" name="任意多边形 36"/>
            <p:cNvSpPr/>
            <p:nvPr/>
          </p:nvSpPr>
          <p:spPr>
            <a:xfrm>
              <a:off x="12853" y="4001"/>
              <a:ext cx="4577" cy="5314"/>
            </a:xfrm>
            <a:custGeom>
              <a:avLst/>
              <a:gdLst>
                <a:gd name="connsiteX0" fmla="*/ 0 w 4577"/>
                <a:gd name="connsiteY0" fmla="*/ 268 h 4985"/>
                <a:gd name="connsiteX1" fmla="*/ 179 w 4577"/>
                <a:gd name="connsiteY1" fmla="*/ 0 h 4985"/>
                <a:gd name="connsiteX2" fmla="*/ 4398 w 4577"/>
                <a:gd name="connsiteY2" fmla="*/ 0 h 4985"/>
                <a:gd name="connsiteX3" fmla="*/ 4577 w 4577"/>
                <a:gd name="connsiteY3" fmla="*/ 268 h 4985"/>
                <a:gd name="connsiteX4" fmla="*/ 4565 w 4577"/>
                <a:gd name="connsiteY4" fmla="*/ 4734 h 4985"/>
                <a:gd name="connsiteX5" fmla="*/ 4429 w 4577"/>
                <a:gd name="connsiteY5" fmla="*/ 4985 h 4985"/>
                <a:gd name="connsiteX6" fmla="*/ 177 w 4577"/>
                <a:gd name="connsiteY6" fmla="*/ 4982 h 4985"/>
                <a:gd name="connsiteX7" fmla="*/ 10 w 4577"/>
                <a:gd name="connsiteY7" fmla="*/ 4771 h 4985"/>
                <a:gd name="connsiteX8" fmla="*/ 0 w 4577"/>
                <a:gd name="connsiteY8" fmla="*/ 268 h 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7" h="4985">
                  <a:moveTo>
                    <a:pt x="0" y="268"/>
                  </a:moveTo>
                  <a:cubicBezTo>
                    <a:pt x="0" y="120"/>
                    <a:pt x="80" y="0"/>
                    <a:pt x="179" y="0"/>
                  </a:cubicBezTo>
                  <a:lnTo>
                    <a:pt x="4398" y="0"/>
                  </a:lnTo>
                  <a:cubicBezTo>
                    <a:pt x="4497" y="0"/>
                    <a:pt x="4577" y="120"/>
                    <a:pt x="4577" y="268"/>
                  </a:cubicBezTo>
                  <a:lnTo>
                    <a:pt x="4565" y="4734"/>
                  </a:lnTo>
                  <a:cubicBezTo>
                    <a:pt x="4565" y="4882"/>
                    <a:pt x="4528" y="4985"/>
                    <a:pt x="4429" y="4985"/>
                  </a:cubicBezTo>
                  <a:lnTo>
                    <a:pt x="177" y="4982"/>
                  </a:lnTo>
                  <a:cubicBezTo>
                    <a:pt x="78" y="4982"/>
                    <a:pt x="10" y="4919"/>
                    <a:pt x="10" y="4771"/>
                  </a:cubicBezTo>
                  <a:lnTo>
                    <a:pt x="0" y="268"/>
                  </a:lnTo>
                  <a:close/>
                </a:path>
              </a:pathLst>
            </a:custGeom>
            <a:noFill/>
            <a:ln>
              <a:solidFill>
                <a:srgbClr val="016AC5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9" name="图片 38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5273"/>
              <a:ext cx="717" cy="632"/>
            </a:xfrm>
            <a:prstGeom prst="rect">
              <a:avLst/>
            </a:prstGeom>
          </p:spPr>
        </p:pic>
        <p:pic>
          <p:nvPicPr>
            <p:cNvPr id="40" name="图片 39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4609"/>
              <a:ext cx="712" cy="627"/>
            </a:xfrm>
            <a:prstGeom prst="rect">
              <a:avLst/>
            </a:prstGeom>
          </p:spPr>
        </p:pic>
        <p:sp>
          <p:nvSpPr>
            <p:cNvPr id="41" name="文本框 40"/>
            <p:cNvSpPr txBox="1"/>
            <p:nvPr/>
          </p:nvSpPr>
          <p:spPr>
            <a:xfrm>
              <a:off x="12966" y="4178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Enquiry 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543" y="4729"/>
              <a:ext cx="33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jackey.yin@LKautomation.com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543" y="5454"/>
              <a:ext cx="27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+86 186 2171 9367 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2966" y="5905"/>
              <a:ext cx="111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Sales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543" y="6496"/>
              <a:ext cx="398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andreas.reymendt@LKautomation.com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3543" y="7127"/>
              <a:ext cx="2787" cy="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944" y="7670"/>
              <a:ext cx="4825" cy="1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b="1" dirty="0">
                  <a:solidFill>
                    <a:srgbClr val="0070C0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Address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Fischerbraeuwiese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 18b,83435 Bad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000" dirty="0" err="1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Reichenhall</a:t>
              </a:r>
              <a:r>
                <a:rPr lang="en-US" altLang="zh-CN" sz="1000" dirty="0">
                  <a:solidFill>
                    <a:srgbClr val="016AC5"/>
                  </a:solidFill>
                  <a:latin typeface="Arial" panose="020B0604020202020204" pitchFamily="34" charset="0"/>
                  <a:ea typeface="Arial Unicode MS" panose="020B0604020202020204" charset="-122"/>
                  <a:sym typeface="+mn-ea"/>
                </a:rPr>
                <a:t>,Bavaria,Germany</a:t>
              </a:r>
              <a:endParaRPr lang="en-US" altLang="zh-CN" sz="1200" dirty="0">
                <a:solidFill>
                  <a:srgbClr val="016AC5"/>
                </a:solidFill>
                <a:latin typeface="Arial" panose="020B0604020202020204" pitchFamily="34" charset="0"/>
                <a:ea typeface="Arial Unicode MS" panose="020B0604020202020204" charset="-122"/>
                <a:sym typeface="+mn-ea"/>
              </a:endParaRPr>
            </a:p>
          </p:txBody>
        </p:sp>
        <p:pic>
          <p:nvPicPr>
            <p:cNvPr id="48" name="图片 47" descr="5653f3e7356a7-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44" y="7040"/>
              <a:ext cx="717" cy="632"/>
            </a:xfrm>
            <a:prstGeom prst="rect">
              <a:avLst/>
            </a:prstGeom>
          </p:spPr>
        </p:pic>
        <p:pic>
          <p:nvPicPr>
            <p:cNvPr id="49" name="图片 48" descr="5653f3e7356a7-0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44" y="6376"/>
              <a:ext cx="712" cy="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695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1140</Words>
  <Application>Microsoft Office PowerPoint</Application>
  <PresentationFormat>Widescreen</PresentationFormat>
  <Paragraphs>187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微软雅黑</vt:lpstr>
      <vt:lpstr>Arial</vt:lpstr>
      <vt:lpstr>Arial MT</vt:lpstr>
      <vt:lpstr>Arial MT Std</vt:lpstr>
      <vt:lpstr>Arial Unicode MS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Sean Ma</dc:creator>
  <cp:lastModifiedBy>nguyễn lê</cp:lastModifiedBy>
  <cp:revision>288</cp:revision>
  <dcterms:created xsi:type="dcterms:W3CDTF">2018-08-09T02:12:30Z</dcterms:created>
  <dcterms:modified xsi:type="dcterms:W3CDTF">2024-05-10T08:21:15Z</dcterms:modified>
</cp:coreProperties>
</file>