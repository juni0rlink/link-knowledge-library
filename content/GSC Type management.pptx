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6768" autoAdjust="0"/>
  </p:normalViewPr>
  <p:slideViewPr>
    <p:cSldViewPr snapToGrid="0">
      <p:cViewPr>
        <p:scale>
          <a:sx n="100" d="100"/>
          <a:sy n="100" d="100"/>
        </p:scale>
        <p:origin x="69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6">
            <a:extLst>
              <a:ext uri="{FF2B5EF4-FFF2-40B4-BE49-F238E27FC236}">
                <a16:creationId xmlns:a16="http://schemas.microsoft.com/office/drawing/2014/main" id="{2AD7A79E-3956-2609-3AA6-7B94082105B5}"/>
              </a:ext>
            </a:extLst>
          </p:cNvPr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9" name="文本框 7">
              <a:extLst>
                <a:ext uri="{FF2B5EF4-FFF2-40B4-BE49-F238E27FC236}">
                  <a16:creationId xmlns:a16="http://schemas.microsoft.com/office/drawing/2014/main" id="{72915727-257D-BCD0-3342-8C116E778522}"/>
                </a:ext>
              </a:extLst>
            </p:cNvPr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64CF148-E6C0-5CA8-B3BE-51F6A57827AE}"/>
                </a:ext>
              </a:extLst>
            </p:cNvPr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grpSp>
        <p:nvGrpSpPr>
          <p:cNvPr id="27" name="组合 31">
            <a:extLst>
              <a:ext uri="{FF2B5EF4-FFF2-40B4-BE49-F238E27FC236}">
                <a16:creationId xmlns:a16="http://schemas.microsoft.com/office/drawing/2014/main" id="{2190E015-DB5E-AE8E-FE33-E246ECEE0E1A}"/>
              </a:ext>
            </a:extLst>
          </p:cNvPr>
          <p:cNvGrpSpPr/>
          <p:nvPr/>
        </p:nvGrpSpPr>
        <p:grpSpPr>
          <a:xfrm>
            <a:off x="1596157" y="1419249"/>
            <a:ext cx="1927860" cy="902970"/>
            <a:chOff x="13535" y="1423"/>
            <a:chExt cx="3036" cy="1422"/>
          </a:xfrm>
        </p:grpSpPr>
        <p:sp>
          <p:nvSpPr>
            <p:cNvPr id="28" name="文本框 32">
              <a:extLst>
                <a:ext uri="{FF2B5EF4-FFF2-40B4-BE49-F238E27FC236}">
                  <a16:creationId xmlns:a16="http://schemas.microsoft.com/office/drawing/2014/main" id="{85F00CBA-A2CF-1541-9C7D-40CE764CA600}"/>
                </a:ext>
              </a:extLst>
            </p:cNvPr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29" name="文本框 33">
              <a:extLst>
                <a:ext uri="{FF2B5EF4-FFF2-40B4-BE49-F238E27FC236}">
                  <a16:creationId xmlns:a16="http://schemas.microsoft.com/office/drawing/2014/main" id="{0E06C5C1-C151-3C3E-AFC5-8D21E3C3F4A8}"/>
                </a:ext>
              </a:extLst>
            </p:cNvPr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0" name="文本框 36">
            <a:extLst>
              <a:ext uri="{FF2B5EF4-FFF2-40B4-BE49-F238E27FC236}">
                <a16:creationId xmlns:a16="http://schemas.microsoft.com/office/drawing/2014/main" id="{00ED4894-E9E2-5E0D-1B93-C5AD5A69823E}"/>
              </a:ext>
            </a:extLst>
          </p:cNvPr>
          <p:cNvSpPr txBox="1"/>
          <p:nvPr/>
        </p:nvSpPr>
        <p:spPr>
          <a:xfrm>
            <a:off x="3371617" y="1522000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Engineering (Shanghai) Co.,Ltd.</a:t>
            </a:r>
            <a:endParaRPr lang="en-US" altLang="zh-CN" sz="2400" b="1" i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338B2-489E-06D0-1CF6-7F252DF35561}"/>
              </a:ext>
            </a:extLst>
          </p:cNvPr>
          <p:cNvSpPr txBox="1"/>
          <p:nvPr/>
        </p:nvSpPr>
        <p:spPr>
          <a:xfrm>
            <a:off x="3855563" y="2598003"/>
            <a:ext cx="52790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0B78A-F9D9-CC1E-DF26-4EBEE49CF820}"/>
              </a:ext>
            </a:extLst>
          </p:cNvPr>
          <p:cNvSpPr txBox="1"/>
          <p:nvPr/>
        </p:nvSpPr>
        <p:spPr>
          <a:xfrm>
            <a:off x="961533" y="3997173"/>
            <a:ext cx="711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Pham Tung Lam : PLC Engineer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5CBD6-A833-235F-EBF8-D11E311EF2FD}"/>
              </a:ext>
            </a:extLst>
          </p:cNvPr>
          <p:cNvSpPr txBox="1"/>
          <p:nvPr/>
        </p:nvSpPr>
        <p:spPr>
          <a:xfrm>
            <a:off x="961533" y="4500168"/>
            <a:ext cx="57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management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35">
            <a:extLst>
              <a:ext uri="{FF2B5EF4-FFF2-40B4-BE49-F238E27FC236}">
                <a16:creationId xmlns:a16="http://schemas.microsoft.com/office/drawing/2014/main" id="{6DAD7C5F-860F-3E5D-B8BB-1C252A8FF164}"/>
              </a:ext>
            </a:extLst>
          </p:cNvPr>
          <p:cNvSpPr txBox="1"/>
          <p:nvPr/>
        </p:nvSpPr>
        <p:spPr>
          <a:xfrm>
            <a:off x="7184266" y="1980561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</p:spTree>
    <p:extLst>
      <p:ext uri="{BB962C8B-B14F-4D97-AF65-F5344CB8AC3E}">
        <p14:creationId xmlns:p14="http://schemas.microsoft.com/office/powerpoint/2010/main" val="282246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9634" y="920115"/>
            <a:ext cx="6096000" cy="23391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>
                <a:latin typeface="ArialMT"/>
              </a:rPr>
              <a:t>GENERAL </a:t>
            </a:r>
            <a:r>
              <a:rPr lang="en-US" sz="2400" smtClean="0">
                <a:latin typeface="ArialMT"/>
              </a:rPr>
              <a:t>INFORMATION</a:t>
            </a:r>
          </a:p>
          <a:p>
            <a:r>
              <a:rPr lang="en-US" sz="3200">
                <a:solidFill>
                  <a:srgbClr val="035970"/>
                </a:solidFill>
                <a:latin typeface="ArialMT"/>
              </a:rPr>
              <a:t/>
            </a:r>
            <a:br>
              <a:rPr lang="en-US" sz="3200">
                <a:solidFill>
                  <a:srgbClr val="03597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The TYPE_DECO_FB is called once in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++ST000_TYPE_FB. The recycle bin and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initialization of the type management are also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programmed here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424" y="869533"/>
            <a:ext cx="6263035" cy="592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29" y="109666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Two blocks must be adapted for the decode data and "generate" data functions: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- TYPE_DECO_FB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- TYPE_UDB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826" y="1835331"/>
            <a:ext cx="2448267" cy="2781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2515" y="51366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data decoding and the data generation are to be implemented in the TYPE_DECO_FB. Two REGIONS are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provided for this in the block: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262" y="5117688"/>
            <a:ext cx="3811281" cy="131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1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949460"/>
            <a:ext cx="11704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In the REGION "decoding" of the TYPE_DECO_FB, the "internal types" required for production (stored in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TYPE_UDB) are generated technology-specifically from the information in the TYPE_DATA_TECH_DB. This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function is necessary in every system.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32" y="2020840"/>
            <a:ext cx="1038369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03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85" y="990206"/>
            <a:ext cx="10570494" cy="580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66724" y="923062"/>
            <a:ext cx="117252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The types required for production are defined in TYPE_UDB. The TYPE_DECO_FB decodes these types and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TYPE_DATAPLACE_FB makes them available in the processing points (device, robot, etc.).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50" y="2976490"/>
            <a:ext cx="9992576" cy="208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0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4325" y="952411"/>
            <a:ext cx="10591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MT"/>
              </a:rPr>
              <a:t>Type shifting is programmed in ++ST000_TYPE_FB at a higher level. The shift signals and calls of the</a:t>
            </a:r>
            <a:br>
              <a:rPr lang="en-US">
                <a:solidFill>
                  <a:srgbClr val="000000"/>
                </a:solidFill>
                <a:latin typeface="ArialMT"/>
              </a:rPr>
            </a:br>
            <a:r>
              <a:rPr lang="en-US">
                <a:solidFill>
                  <a:srgbClr val="000000"/>
                </a:solidFill>
                <a:latin typeface="ArialMT"/>
              </a:rPr>
              <a:t>TYPE_SHIFT_FB are made here for all scenarios.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7" y="1627975"/>
            <a:ext cx="10845203" cy="465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9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90746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6286</TotalTime>
  <Words>222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微软雅黑</vt:lpstr>
      <vt:lpstr>宋体</vt:lpstr>
      <vt:lpstr>Arial</vt:lpstr>
      <vt:lpstr>Arial MT Std</vt:lpstr>
      <vt:lpstr>Arial Unicode MS</vt:lpstr>
      <vt:lpstr>ArialMT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lâm phạm</cp:lastModifiedBy>
  <cp:revision>359</cp:revision>
  <dcterms:created xsi:type="dcterms:W3CDTF">2018-08-09T02:12:30Z</dcterms:created>
  <dcterms:modified xsi:type="dcterms:W3CDTF">2026-04-03T02:30:27Z</dcterms:modified>
</cp:coreProperties>
</file>