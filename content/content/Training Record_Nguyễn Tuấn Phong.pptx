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92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68" autoAdjust="0"/>
    <p:restoredTop sz="96768" autoAdjust="0"/>
  </p:normalViewPr>
  <p:slideViewPr>
    <p:cSldViewPr snapToGrid="0">
      <p:cViewPr varScale="1">
        <p:scale>
          <a:sx n="113" d="100"/>
          <a:sy n="113" d="100"/>
        </p:scale>
        <p:origin x="348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9BC47-F8BA-4390-A7BD-1C273A7606B5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30944-E3CD-41B0-963A-3183A7CD1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97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75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97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19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89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3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8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97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93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52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89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标题幻灯片">
    <p:bg>
      <p:bgPr>
        <a:blipFill rotWithShape="1">
          <a:blip r:embed="rId2">
            <a:alphaModFix amt="90000"/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4077" y="6431923"/>
            <a:ext cx="1143166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63199" y="6431923"/>
            <a:ext cx="432467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3459" y="6431923"/>
            <a:ext cx="55124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-3810" y="-16510"/>
            <a:ext cx="12223682" cy="689991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2000">
                <a:schemeClr val="bg1"/>
              </a:gs>
              <a:gs pos="69000">
                <a:schemeClr val="bg1">
                  <a:lumMod val="95000"/>
                </a:schemeClr>
              </a:gs>
              <a:gs pos="92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LINK  PPT1010-0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810" y="-16510"/>
            <a:ext cx="12224317" cy="79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2156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7_标题幻灯片">
    <p:bg>
      <p:bgPr>
        <a:blipFill rotWithShape="1">
          <a:blip r:embed="rId2">
            <a:alphaModFix amt="90000"/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4077" y="6431923"/>
            <a:ext cx="1143166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63199" y="6431923"/>
            <a:ext cx="432467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3459" y="6431923"/>
            <a:ext cx="55124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-3810" y="-16510"/>
            <a:ext cx="12223682" cy="689991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2000">
                <a:schemeClr val="bg1"/>
              </a:gs>
              <a:gs pos="69000">
                <a:schemeClr val="bg1">
                  <a:lumMod val="95000"/>
                </a:schemeClr>
              </a:gs>
              <a:gs pos="92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LINK  PPT1010-0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810" y="-16510"/>
            <a:ext cx="12224317" cy="79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58550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4B26F-F2E0-4F53-981B-BB84DEAAB2C5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7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0205368" y="-55880"/>
            <a:ext cx="1775460" cy="821055"/>
            <a:chOff x="13535" y="1423"/>
            <a:chExt cx="2796" cy="1293"/>
          </a:xfrm>
        </p:grpSpPr>
        <p:sp>
          <p:nvSpPr>
            <p:cNvPr id="8" name="文本框 7"/>
            <p:cNvSpPr txBox="1"/>
            <p:nvPr/>
          </p:nvSpPr>
          <p:spPr>
            <a:xfrm>
              <a:off x="13535" y="1423"/>
              <a:ext cx="2796" cy="1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4400" b="1" i="1" dirty="0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</a:t>
              </a:r>
              <a:r>
                <a:rPr lang="en-US" altLang="zh-CN" sz="4400" b="1" i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</a:t>
              </a:r>
              <a:r>
                <a:rPr lang="en-US" altLang="zh-CN" sz="4400" b="1" i="1" dirty="0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NK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5140" y="2354"/>
              <a:ext cx="1176" cy="3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900" b="1" i="1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GROUP</a:t>
              </a: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latin typeface="Arial Unicode MS" panose="020B0604020202020204" charset="-122"/>
                <a:ea typeface="Arial Unicode MS" panose="020B0604020202020204" charset="-122"/>
              </a:rPr>
              <a:t>1</a:t>
            </a:fld>
            <a:endParaRPr lang="en-US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387570" y="910163"/>
            <a:ext cx="1927860" cy="902970"/>
            <a:chOff x="13535" y="1423"/>
            <a:chExt cx="3036" cy="1422"/>
          </a:xfrm>
        </p:grpSpPr>
        <p:sp>
          <p:nvSpPr>
            <p:cNvPr id="33" name="文本框 32"/>
            <p:cNvSpPr txBox="1"/>
            <p:nvPr/>
          </p:nvSpPr>
          <p:spPr>
            <a:xfrm>
              <a:off x="13535" y="1423"/>
              <a:ext cx="2796" cy="13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5000" b="1" i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</a:t>
              </a:r>
              <a:r>
                <a:rPr lang="en-US" altLang="zh-CN" sz="5000" b="1" i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</a:t>
              </a:r>
              <a:r>
                <a:rPr lang="en-US" altLang="zh-CN" sz="5000" b="1" i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NK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5395" y="2459"/>
              <a:ext cx="1176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1000" b="1" i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GROUP</a:t>
              </a: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7045219" y="1474579"/>
            <a:ext cx="3243565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霖和自动化工程</a:t>
            </a:r>
            <a:r>
              <a:rPr lang="en-US" altLang="zh-CN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</a:t>
            </a:r>
            <a:r>
              <a:rPr lang="en-US" altLang="zh-CN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有限公司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3163030" y="1012914"/>
            <a:ext cx="723310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Automation Engineering (Shanghai) </a:t>
            </a:r>
            <a:r>
              <a:rPr lang="en-US" altLang="zh-CN" sz="2400" b="1" i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Co.,Ltd</a:t>
            </a: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43052B-C32A-403D-DBBD-3FA3430547E9}"/>
              </a:ext>
            </a:extLst>
          </p:cNvPr>
          <p:cNvSpPr txBox="1"/>
          <p:nvPr/>
        </p:nvSpPr>
        <p:spPr>
          <a:xfrm>
            <a:off x="194725" y="2390335"/>
            <a:ext cx="6241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 name: Nguyễn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Tuấn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Phong ( Assistant PLC Engineer)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1592BE-D11F-269D-DA15-8977649F0EEF}"/>
              </a:ext>
            </a:extLst>
          </p:cNvPr>
          <p:cNvSpPr txBox="1"/>
          <p:nvPr/>
        </p:nvSpPr>
        <p:spPr>
          <a:xfrm>
            <a:off x="194725" y="2866645"/>
            <a:ext cx="48404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training: PLC program</a:t>
            </a: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Turntables</a:t>
            </a: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Robots</a:t>
            </a: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Fixtures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E95C07-1E6B-79C5-02B8-C910C5DCED2B}"/>
              </a:ext>
            </a:extLst>
          </p:cNvPr>
          <p:cNvSpPr txBox="1"/>
          <p:nvPr/>
        </p:nvSpPr>
        <p:spPr>
          <a:xfrm>
            <a:off x="3865782" y="1813133"/>
            <a:ext cx="3013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Record</a:t>
            </a:r>
          </a:p>
        </p:txBody>
      </p:sp>
    </p:spTree>
    <p:extLst>
      <p:ext uri="{BB962C8B-B14F-4D97-AF65-F5344CB8AC3E}">
        <p14:creationId xmlns:p14="http://schemas.microsoft.com/office/powerpoint/2010/main" val="1365511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0205368" y="-55880"/>
            <a:ext cx="1775460" cy="821055"/>
            <a:chOff x="13535" y="1423"/>
            <a:chExt cx="2796" cy="1293"/>
          </a:xfrm>
        </p:grpSpPr>
        <p:sp>
          <p:nvSpPr>
            <p:cNvPr id="8" name="文本框 7"/>
            <p:cNvSpPr txBox="1"/>
            <p:nvPr/>
          </p:nvSpPr>
          <p:spPr>
            <a:xfrm>
              <a:off x="13535" y="1423"/>
              <a:ext cx="2796" cy="1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4400" b="1" i="1" dirty="0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</a:t>
              </a:r>
              <a:r>
                <a:rPr lang="en-US" altLang="zh-CN" sz="4400" b="1" i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</a:t>
              </a:r>
              <a:r>
                <a:rPr lang="en-US" altLang="zh-CN" sz="4400" b="1" i="1" dirty="0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NK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5140" y="2354"/>
              <a:ext cx="1176" cy="3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900" b="1" i="1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GROUP</a:t>
              </a: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latin typeface="Arial Unicode MS" panose="020B0604020202020204" charset="-122"/>
                <a:ea typeface="Arial Unicode MS" panose="020B0604020202020204" charset="-122"/>
              </a:rPr>
              <a:t>2</a:t>
            </a:fld>
            <a:endParaRPr lang="en-US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C38430-B8C9-036C-866F-E87180510AAD}"/>
              </a:ext>
            </a:extLst>
          </p:cNvPr>
          <p:cNvSpPr txBox="1"/>
          <p:nvPr/>
        </p:nvSpPr>
        <p:spPr>
          <a:xfrm>
            <a:off x="462277" y="985006"/>
            <a:ext cx="1005857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 The number of devices can vary depending on the function of the station. However, each station that has a sequence has the same structure.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 If a station does not have any (pneumatic) actuators such as clamps, locating pins, etc., only SEQ_FC and SEQ_FB are generally required.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 SEQ_FC can have different contents depending on the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station.However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main purpose of SEQ_FC is to be the call environment of the sequencer, the SEQ_FB.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 If a station has pneumatic actuators, they require a function ACT_FC and ACT_FB. These organize the valve control including end positions and component controls.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9C6354-C0CC-2307-1D00-77020B683868}"/>
              </a:ext>
            </a:extLst>
          </p:cNvPr>
          <p:cNvSpPr txBox="1"/>
          <p:nvPr/>
        </p:nvSpPr>
        <p:spPr>
          <a:xfrm>
            <a:off x="462277" y="165973"/>
            <a:ext cx="5158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Sequence &amp; Messageblock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CA2079-B861-4A91-EB9A-A36ED9A435B2}"/>
              </a:ext>
            </a:extLst>
          </p:cNvPr>
          <p:cNvSpPr txBox="1"/>
          <p:nvPr/>
        </p:nvSpPr>
        <p:spPr>
          <a:xfrm>
            <a:off x="5554398" y="3097969"/>
            <a:ext cx="1078219" cy="323165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/>
            </a:lvl1pPr>
          </a:lstStyle>
          <a:p>
            <a:r>
              <a:rPr lang="en-US" dirty="0"/>
              <a:t>Valve type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E1DD71E-BB76-7670-B59E-8B8114AAB6BA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4050283" y="3259552"/>
            <a:ext cx="1504115" cy="4777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167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82624" y="1099185"/>
            <a:ext cx="298640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L</a:t>
            </a:r>
            <a:r>
              <a:rPr lang="en-US" altLang="zh-CN" b="1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NK</a:t>
            </a:r>
            <a:r>
              <a:rPr lang="en-US" altLang="zh-CN" b="1" dirty="0">
                <a:latin typeface="Arial MT Std" panose="020B0802020202020204" charset="0"/>
                <a:ea typeface="Arial Unicode MS" panose="020B0604020202020204" charset="-122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Group Headquarter</a:t>
            </a:r>
          </a:p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Shanghai, China 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pic>
        <p:nvPicPr>
          <p:cNvPr id="71" name="图片 70" descr="LINK封面1改1111"/>
          <p:cNvPicPr>
            <a:picLocks noChangeAspect="1"/>
          </p:cNvPicPr>
          <p:nvPr/>
        </p:nvPicPr>
        <p:blipFill>
          <a:blip r:embed="rId2"/>
          <a:srcRect l="70401" t="12295" r="11041" b="71499"/>
          <a:stretch>
            <a:fillRect/>
          </a:stretch>
        </p:blipFill>
        <p:spPr>
          <a:xfrm>
            <a:off x="10258425" y="73025"/>
            <a:ext cx="1493520" cy="7340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87058" y="238760"/>
            <a:ext cx="179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bg1"/>
                </a:solidFill>
                <a:uFillTx/>
                <a:latin typeface="Arial MT Std" panose="020B0802020202020204" charset="0"/>
                <a:ea typeface="Arial Unicode MS" panose="020B0604020202020204" charset="-122"/>
                <a:sym typeface="+mn-ea"/>
              </a:rPr>
              <a:t>C</a:t>
            </a:r>
            <a:r>
              <a:rPr lang="en-US" altLang="zh-CN" sz="2400" b="1" dirty="0">
                <a:solidFill>
                  <a:schemeClr val="bg1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ontact Us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852805" y="2623185"/>
            <a:ext cx="2970530" cy="3374390"/>
            <a:chOff x="913" y="4001"/>
            <a:chExt cx="4678" cy="5314"/>
          </a:xfrm>
        </p:grpSpPr>
        <p:sp>
          <p:nvSpPr>
            <p:cNvPr id="9" name="任意多边形 8"/>
            <p:cNvSpPr/>
            <p:nvPr/>
          </p:nvSpPr>
          <p:spPr>
            <a:xfrm>
              <a:off x="913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4" y="5273"/>
              <a:ext cx="717" cy="632"/>
            </a:xfrm>
            <a:prstGeom prst="rect">
              <a:avLst/>
            </a:prstGeom>
          </p:spPr>
        </p:pic>
        <p:pic>
          <p:nvPicPr>
            <p:cNvPr id="8" name="图片 7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4" y="4609"/>
              <a:ext cx="712" cy="627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1026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603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ying.liu@LKautomation.com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603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+86 021  6918 0161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026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603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gene.zhang@LKautomation.com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603" y="7127"/>
              <a:ext cx="2787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+86 136 2179 1621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04" y="7670"/>
              <a:ext cx="4486" cy="1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BLDG #D,North 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Jiasong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Road No.3570 Jiading District,Shanghai,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P.R.China</a:t>
              </a:r>
              <a:r>
                <a:rPr lang="en-US" altLang="zh-CN" sz="12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</a:t>
              </a:r>
            </a:p>
            <a:p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11" name="图片 10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4" y="7040"/>
              <a:ext cx="717" cy="632"/>
            </a:xfrm>
            <a:prstGeom prst="rect">
              <a:avLst/>
            </a:prstGeom>
          </p:spPr>
        </p:pic>
        <p:pic>
          <p:nvPicPr>
            <p:cNvPr id="13" name="图片 12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4" y="6376"/>
              <a:ext cx="712" cy="627"/>
            </a:xfrm>
            <a:prstGeom prst="rect">
              <a:avLst/>
            </a:prstGeom>
          </p:spPr>
        </p:pic>
      </p:grpSp>
      <p:sp>
        <p:nvSpPr>
          <p:cNvPr id="22" name="文本框 21"/>
          <p:cNvSpPr txBox="1"/>
          <p:nvPr/>
        </p:nvSpPr>
        <p:spPr>
          <a:xfrm>
            <a:off x="3904932" y="1099185"/>
            <a:ext cx="437007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L</a:t>
            </a:r>
            <a:r>
              <a:rPr lang="en-US" altLang="zh-CN" b="1" kern="600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I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NK</a:t>
            </a:r>
            <a:r>
              <a:rPr lang="en-US" altLang="zh-CN" b="1" kern="600" dirty="0">
                <a:latin typeface="Arial MT Std" panose="020B0802020202020204" charset="0"/>
                <a:ea typeface="Arial Unicode MS" panose="020B0604020202020204" charset="-122"/>
                <a:sym typeface="+mn-ea"/>
              </a:rPr>
              <a:t> 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Group North China</a:t>
            </a:r>
          </a:p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Shenyang, China</a:t>
            </a:r>
            <a:endParaRPr lang="en-US" altLang="zh-CN" kern="600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7885112" y="1113479"/>
            <a:ext cx="4092575" cy="1172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L</a:t>
            </a:r>
            <a:r>
              <a:rPr lang="en-US" altLang="zh-CN" b="1" kern="600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I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N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K Group Europe</a:t>
            </a:r>
            <a:b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</a:b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(LKGG GmbH)</a:t>
            </a:r>
          </a:p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Bad Reichenhall, Germany</a:t>
            </a:r>
            <a:endParaRPr lang="en-US" altLang="zh-CN" kern="600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652583" y="6489708"/>
            <a:ext cx="551247" cy="365125"/>
          </a:xfrm>
        </p:spPr>
        <p:txBody>
          <a:bodyPr/>
          <a:lstStyle/>
          <a:p>
            <a:fld id="{D57F1E4F-1CFF-5643-939E-217C01CDF565}" type="slidenum">
              <a:rPr lang="en-US" dirty="0">
                <a:latin typeface="Arial Unicode MS" panose="020B0604020202020204" charset="-122"/>
                <a:ea typeface="Arial Unicode MS" panose="020B0604020202020204" charset="-122"/>
              </a:rPr>
              <a:t>3</a:t>
            </a:fld>
            <a:endParaRPr lang="en-US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636770" y="2623185"/>
            <a:ext cx="2970530" cy="3374390"/>
            <a:chOff x="6872" y="4001"/>
            <a:chExt cx="4678" cy="5314"/>
          </a:xfrm>
        </p:grpSpPr>
        <p:sp>
          <p:nvSpPr>
            <p:cNvPr id="18" name="任意多边形 17"/>
            <p:cNvSpPr/>
            <p:nvPr/>
          </p:nvSpPr>
          <p:spPr>
            <a:xfrm>
              <a:off x="6872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片 22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3" y="5273"/>
              <a:ext cx="717" cy="632"/>
            </a:xfrm>
            <a:prstGeom prst="rect">
              <a:avLst/>
            </a:prstGeom>
          </p:spPr>
        </p:pic>
        <p:pic>
          <p:nvPicPr>
            <p:cNvPr id="26" name="图片 25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63" y="4609"/>
              <a:ext cx="712" cy="627"/>
            </a:xfrm>
            <a:prstGeom prst="rect">
              <a:avLst/>
            </a:prstGeom>
          </p:spPr>
        </p:pic>
        <p:sp>
          <p:nvSpPr>
            <p:cNvPr id="27" name="文本框 26"/>
            <p:cNvSpPr txBox="1"/>
            <p:nvPr/>
          </p:nvSpPr>
          <p:spPr>
            <a:xfrm>
              <a:off x="6985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562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kimi.wang@LKautomation.com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562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+86 021  6918 0161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985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562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gene.zhang@LKautomation.com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562" y="7127"/>
              <a:ext cx="2787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+86 136 2179 1621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963" y="7670"/>
              <a:ext cx="4233" cy="1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NO. 14 22nd Floor,NO.168-3 Harbin Road, 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Shenhe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District,Shenyang,Liaoning 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Province,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P.R.China</a:t>
              </a:r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34" name="图片 33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3" y="7040"/>
              <a:ext cx="717" cy="632"/>
            </a:xfrm>
            <a:prstGeom prst="rect">
              <a:avLst/>
            </a:prstGeom>
          </p:spPr>
        </p:pic>
        <p:pic>
          <p:nvPicPr>
            <p:cNvPr id="35" name="图片 34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63" y="6376"/>
              <a:ext cx="712" cy="627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8478203" y="2623185"/>
            <a:ext cx="3121660" cy="3374390"/>
            <a:chOff x="12853" y="4001"/>
            <a:chExt cx="4916" cy="5314"/>
          </a:xfrm>
        </p:grpSpPr>
        <p:sp>
          <p:nvSpPr>
            <p:cNvPr id="37" name="任意多边形 36"/>
            <p:cNvSpPr/>
            <p:nvPr/>
          </p:nvSpPr>
          <p:spPr>
            <a:xfrm>
              <a:off x="12853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9" name="图片 38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44" y="5273"/>
              <a:ext cx="717" cy="632"/>
            </a:xfrm>
            <a:prstGeom prst="rect">
              <a:avLst/>
            </a:prstGeom>
          </p:spPr>
        </p:pic>
        <p:pic>
          <p:nvPicPr>
            <p:cNvPr id="40" name="图片 39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44" y="4609"/>
              <a:ext cx="712" cy="627"/>
            </a:xfrm>
            <a:prstGeom prst="rect">
              <a:avLst/>
            </a:prstGeom>
          </p:spPr>
        </p:pic>
        <p:sp>
          <p:nvSpPr>
            <p:cNvPr id="41" name="文本框 40"/>
            <p:cNvSpPr txBox="1"/>
            <p:nvPr/>
          </p:nvSpPr>
          <p:spPr>
            <a:xfrm>
              <a:off x="12966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3543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jackey.yin@LKautomation.com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3543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+86 186 2171 9367 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2966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3543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andreas.reymendt@LKautomation.com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3543" y="7127"/>
              <a:ext cx="2787" cy="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zh-CN" sz="10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2944" y="7670"/>
              <a:ext cx="4825" cy="1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Fischerbraeuwiese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18b,83435 Bad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Reichenhall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,Bavaria,Germany</a:t>
              </a:r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48" name="图片 47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44" y="7040"/>
              <a:ext cx="717" cy="632"/>
            </a:xfrm>
            <a:prstGeom prst="rect">
              <a:avLst/>
            </a:prstGeom>
          </p:spPr>
        </p:pic>
        <p:pic>
          <p:nvPicPr>
            <p:cNvPr id="49" name="图片 48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44" y="6376"/>
              <a:ext cx="712" cy="6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2695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2740</TotalTime>
  <Words>351</Words>
  <Application>Microsoft Office PowerPoint</Application>
  <PresentationFormat>Widescreen</PresentationFormat>
  <Paragraphs>56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微软雅黑</vt:lpstr>
      <vt:lpstr>Arial</vt:lpstr>
      <vt:lpstr>Arial MT Std</vt:lpstr>
      <vt:lpstr>Arial Unicode MS</vt:lpstr>
      <vt:lpstr>Calibri</vt:lpstr>
      <vt:lpstr>Calibri Light</vt:lpstr>
      <vt:lpstr>Times New Roman</vt:lpstr>
      <vt:lpstr>Office 主题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Sean Ma</dc:creator>
  <cp:lastModifiedBy>nguyễn lê</cp:lastModifiedBy>
  <cp:revision>278</cp:revision>
  <dcterms:created xsi:type="dcterms:W3CDTF">2018-08-09T02:12:30Z</dcterms:created>
  <dcterms:modified xsi:type="dcterms:W3CDTF">2024-03-27T02:03:43Z</dcterms:modified>
</cp:coreProperties>
</file>