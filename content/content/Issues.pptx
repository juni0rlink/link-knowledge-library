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8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720B2-BB18-46CC-B65C-B5261054E3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43C259-2638-4EAA-8577-72E70DE297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455E19-C6F9-46B0-B63F-1C4AAD8DB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2131F-C1AB-48AF-A36A-4B216B4A6912}" type="datetimeFigureOut">
              <a:rPr lang="en-US" smtClean="0"/>
              <a:t>5/21/2024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85DFE5-D9C5-4EC1-9FBD-0D45ED961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7C93F1-45C1-4D86-B8FB-1778BBD31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34880-96FF-4682-B950-EE1134C1F1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8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F47D5-8D70-44A1-A950-F4730444D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AC3081-2B80-4A22-9E5B-7F004200BA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396921-18FE-4EB7-9D5C-1D9EEB0A7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2131F-C1AB-48AF-A36A-4B216B4A6912}" type="datetimeFigureOut">
              <a:rPr lang="en-US" smtClean="0"/>
              <a:t>5/21/2024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573BE7-0EE3-402D-B0CF-62B438451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418D75-5509-4ED2-9F70-69572A1D4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34880-96FF-4682-B950-EE1134C1F1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3000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FC971-306C-4DB5-A22F-3811A983E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435309-E4AC-4135-AA46-D2DCC54BCA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2FDE55-4C5B-4C7B-9E1D-AFF37A827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2131F-C1AB-48AF-A36A-4B216B4A6912}" type="datetimeFigureOut">
              <a:rPr lang="en-US" smtClean="0"/>
              <a:t>5/21/2024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8F7515-2D8D-418B-86BE-5C195AB04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5928EB-3C61-43E8-9380-F39F15A4E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34880-96FF-4682-B950-EE1134C1F1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00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65D47-AFE0-428A-947A-AC957F3BA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E0C12-40AF-47AB-AA82-D37E364E1E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09EBCA-B9D2-43BD-8024-776A2CAE47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644822-1B56-4A0F-B03B-C24F68CF1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2131F-C1AB-48AF-A36A-4B216B4A6912}" type="datetimeFigureOut">
              <a:rPr lang="en-US" smtClean="0"/>
              <a:t>5/21/2024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5F3864-C18C-4196-B405-301FDA6DC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983060-4E39-45C3-B8C4-2FB97711C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34880-96FF-4682-B950-EE1134C1F1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9830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ABE83-A2FD-4786-946D-800232C04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45CA19-6015-4C48-8DA9-49C95E0B2B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FC72E3-F2FF-4C72-8F0A-8281497CCA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923D80-E4DA-4511-A44A-767333011D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1B2744-1E1E-4D19-9CBB-ADBF9ACD6A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556354-A529-4E69-A302-FA3682797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2131F-C1AB-48AF-A36A-4B216B4A6912}" type="datetimeFigureOut">
              <a:rPr lang="en-US" smtClean="0"/>
              <a:t>5/21/2024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E0FDCD-21C1-4299-8926-404834833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DBD62F-C91D-4BDB-93F2-DA6705BAE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34880-96FF-4682-B950-EE1134C1F1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984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8404C-275D-4A9F-AC1B-BCAB8C8F6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E02C92-D442-400B-82C7-DBAAFF992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2131F-C1AB-48AF-A36A-4B216B4A6912}" type="datetimeFigureOut">
              <a:rPr lang="en-US" smtClean="0"/>
              <a:t>5/21/2024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A86414-C6C8-48F0-9E0C-73714FA08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61968C-F85B-461F-B6F6-49624DBDF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34880-96FF-4682-B950-EE1134C1F1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6948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F5F8B0-72CC-410C-A856-2A12F4AC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2131F-C1AB-48AF-A36A-4B216B4A6912}" type="datetimeFigureOut">
              <a:rPr lang="en-US" smtClean="0"/>
              <a:t>5/21/2024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4D5614-D5FC-4B1E-A45E-EC43A647C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043CAB-7611-4C25-9464-B543D650C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34880-96FF-4682-B950-EE1134C1F1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3455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062EF-1B4C-4198-AA9C-3C4FC7A88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E89625-651C-4A3D-BF2D-1D982DFD73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6C16A9-3430-496A-8511-8743EA89BB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C85A64-49A6-4005-975D-BC952578F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2131F-C1AB-48AF-A36A-4B216B4A6912}" type="datetimeFigureOut">
              <a:rPr lang="en-US" smtClean="0"/>
              <a:t>5/21/2024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02A53D-78B1-49B5-9A1B-D967D32A0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9E9FEB-7BCE-4B71-B13B-DE4C473F7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34880-96FF-4682-B950-EE1134C1F1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6128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3DECA-FA9E-44AA-9E7E-8CA08587F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D42423-6A99-42EA-BB24-9B6ED5AA72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F4EC12-1B79-47CD-AEF8-4CED8476D7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CE6126-7D47-426C-A7EC-A17D0DA09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2131F-C1AB-48AF-A36A-4B216B4A6912}" type="datetimeFigureOut">
              <a:rPr lang="en-US" smtClean="0"/>
              <a:t>5/21/2024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4C8B00-8AFD-44FA-AF8C-529CA0801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B6FDA6-2861-4017-A314-A349F8FAF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34880-96FF-4682-B950-EE1134C1F1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0442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694F1-D7AC-4025-A7F9-70E744E43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A9FBB6-0162-47B6-992F-537539446A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FB4212-8456-4707-882C-378107F46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2131F-C1AB-48AF-A36A-4B216B4A6912}" type="datetimeFigureOut">
              <a:rPr lang="en-US" smtClean="0"/>
              <a:t>5/21/2024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A6C3C7-067E-41B3-AAF7-B5EEB731A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CA08DE-F938-4287-9454-E066ECFA7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34880-96FF-4682-B950-EE1134C1F1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916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3A04FE6-8DA9-4684-A40E-AABF94A5C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33F1AE-F4B0-4F32-B287-75AAF6C32F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BB7819-5CE7-4F00-B5FC-17209F6EAB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2131F-C1AB-48AF-A36A-4B216B4A6912}" type="datetimeFigureOut">
              <a:rPr lang="en-US" smtClean="0"/>
              <a:t>5/21/2024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87541D-766F-4075-A0FA-557A175EC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235C2B-D139-48ED-9A4F-92E9C6984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34880-96FF-4682-B950-EE1134C1F1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9640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7BA2D3-750B-4A9A-A294-625F1079A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8F2349-B1E9-4158-B0DB-524D9A81AF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3C1579-29C9-4385-9729-0918A7AF54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D2131F-C1AB-48AF-A36A-4B216B4A6912}" type="datetimeFigureOut">
              <a:rPr lang="en-US" smtClean="0"/>
              <a:t>5/21/2024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A9DCA8-DF28-4F11-8BD4-4764756053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FC56FB-4175-4AD6-A2A1-D6DDCF9B89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434880-96FF-4682-B950-EE1134C1F1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0602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3C9E210-6221-4AD6-B769-C79046FDF078}"/>
              </a:ext>
            </a:extLst>
          </p:cNvPr>
          <p:cNvSpPr txBox="1"/>
          <p:nvPr/>
        </p:nvSpPr>
        <p:spPr>
          <a:xfrm>
            <a:off x="7342094" y="2967335"/>
            <a:ext cx="43030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Question 2: In D3-1, They explained to me about L_DB but I have difficulty hearing so this is the information I compiled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4D2F323-A52B-42ED-B27B-4976B5A66DF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65" r="1651"/>
          <a:stretch/>
        </p:blipFill>
        <p:spPr>
          <a:xfrm>
            <a:off x="179294" y="3571224"/>
            <a:ext cx="6759388" cy="328677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D746B55-4E73-4E37-8B8E-18A2D5743E36}"/>
              </a:ext>
            </a:extLst>
          </p:cNvPr>
          <p:cNvSpPr txBox="1"/>
          <p:nvPr/>
        </p:nvSpPr>
        <p:spPr>
          <a:xfrm>
            <a:off x="7391399" y="4038209"/>
            <a:ext cx="420444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non L_DB: only the last temporary active alarm will be stored in RAM and other alarms will not exist in PLC RAM memory</a:t>
            </a:r>
          </a:p>
          <a:p>
            <a:r>
              <a:rPr lang="en-US" dirty="0"/>
              <a:t>If we delete a text at position 10, the following texts will be pushed up one by one ??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C0FA5B-E080-41C0-944E-79A25191EE35}"/>
              </a:ext>
            </a:extLst>
          </p:cNvPr>
          <p:cNvSpPr txBox="1"/>
          <p:nvPr/>
        </p:nvSpPr>
        <p:spPr>
          <a:xfrm>
            <a:off x="412377" y="227388"/>
            <a:ext cx="430305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Question 1: In last week's report, I presented about creating more mess but I was not clear about DBs like PTR and REF, can you explain to me?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0D89BDF-5579-4C66-A063-BC237EFC35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4037" y="461576"/>
            <a:ext cx="2772162" cy="152421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2698357-0F27-435A-9E7A-0DE6528559BE}"/>
              </a:ext>
            </a:extLst>
          </p:cNvPr>
          <p:cNvSpPr txBox="1"/>
          <p:nvPr/>
        </p:nvSpPr>
        <p:spPr>
          <a:xfrm>
            <a:off x="7403430" y="605301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Am I explaining that correctly?</a:t>
            </a:r>
          </a:p>
        </p:txBody>
      </p:sp>
    </p:spTree>
    <p:extLst>
      <p:ext uri="{BB962C8B-B14F-4D97-AF65-F5344CB8AC3E}">
        <p14:creationId xmlns:p14="http://schemas.microsoft.com/office/powerpoint/2010/main" val="4267273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8EB32BB-B7C6-4459-85E6-5122D42DA6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687" y="279949"/>
            <a:ext cx="5786851" cy="236932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A2096D0-99E2-4B52-B076-A41732F0B9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687" y="2419731"/>
            <a:ext cx="5274632" cy="232838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7968453-F896-4535-AD75-25D836C60FA3}"/>
              </a:ext>
            </a:extLst>
          </p:cNvPr>
          <p:cNvSpPr txBox="1"/>
          <p:nvPr/>
        </p:nvSpPr>
        <p:spPr>
          <a:xfrm>
            <a:off x="449179" y="4748114"/>
            <a:ext cx="425115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Q3: In SAS, besides preparing hardware and </a:t>
            </a:r>
            <a:r>
              <a:rPr lang="en-US" dirty="0" err="1"/>
              <a:t>eplan</a:t>
            </a:r>
            <a:r>
              <a:rPr lang="en-US" dirty="0"/>
              <a:t>, we can modify some functions only when we drop components with MODE level (IR, FX, TR,...) into FG, what about other devices (CG, CE,...) should we add it?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1C783CA-55BE-46E4-A492-59438AD90A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0604" y="4047461"/>
            <a:ext cx="4782217" cy="232442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5A65A99-B427-44D4-9725-D70A0AD55E6F}"/>
              </a:ext>
            </a:extLst>
          </p:cNvPr>
          <p:cNvSpPr txBox="1"/>
          <p:nvPr/>
        </p:nvSpPr>
        <p:spPr>
          <a:xfrm>
            <a:off x="6960604" y="1819566"/>
            <a:ext cx="500513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Q4: I see that a robot with a gripper has 2 home positions in the GSC standard, can we set it up further because it is the same as in the TKB standard?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91C9FF7-8CDD-465D-A892-E62D7CCD16B4}"/>
              </a:ext>
            </a:extLst>
          </p:cNvPr>
          <p:cNvSpPr txBox="1"/>
          <p:nvPr/>
        </p:nvSpPr>
        <p:spPr>
          <a:xfrm>
            <a:off x="7125080" y="3105834"/>
            <a:ext cx="47822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And we can choose or not choose safe interface, so what device does not need safety?</a:t>
            </a:r>
          </a:p>
        </p:txBody>
      </p:sp>
    </p:spTree>
    <p:extLst>
      <p:ext uri="{BB962C8B-B14F-4D97-AF65-F5344CB8AC3E}">
        <p14:creationId xmlns:p14="http://schemas.microsoft.com/office/powerpoint/2010/main" val="40466153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1761</TotalTime>
  <Words>212</Words>
  <Application>Microsoft Office PowerPoint</Application>
  <PresentationFormat>Widescreen</PresentationFormat>
  <Paragraphs>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nguyễn phong</dc:creator>
  <cp:lastModifiedBy>nguyễn phong</cp:lastModifiedBy>
  <cp:revision>9</cp:revision>
  <dcterms:created xsi:type="dcterms:W3CDTF">2024-05-16T07:52:11Z</dcterms:created>
  <dcterms:modified xsi:type="dcterms:W3CDTF">2024-05-22T08:55:17Z</dcterms:modified>
</cp:coreProperties>
</file>